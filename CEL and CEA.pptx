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4" r:id="rId5"/>
    <p:sldId id="257" r:id="rId6"/>
    <p:sldId id="258" r:id="rId7"/>
    <p:sldId id="268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F64EE-2746-D6E9-8690-3C6423C8C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4C23D-DB0E-113C-DCF7-3D6AD29FC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EF9D8-4CE0-C47A-5372-AB172AF3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8EDB6-8510-F5E3-BAEC-A914EA85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AF830-03A0-511F-8C62-0D89B0BE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4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4542-7D2B-AE57-4566-5C4DA5B88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1159-2D3B-293B-0CBD-B72B51F7E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8262-6FA0-1228-05A9-C31010F3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97330-1997-F440-7C68-C99BB344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92BF-C9C4-8F78-064C-9741C821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6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4B63-507D-6CB6-C860-11320FAA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D6BB0-E180-F572-75EF-4042F94F2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2130-FD7F-F159-C52E-123AD570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83F4F-126C-D19A-D436-6C6AE621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85C3B-F667-A42F-4AEB-AF3E8BF9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8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F54F-9B35-7354-EEC9-56A4DB50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D76B4-00C4-ED8F-FCFA-D0EF5ADE0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BD5F1-E086-159F-B8AF-0D330B569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5306D-A48F-F611-A858-93BD4D16D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9B098-E432-0E31-9AE7-AB57F5B69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D5466-069B-1D2F-9A0F-B3D7476E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7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91444-5556-B430-C77C-078AFE4E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B39A0-0664-949F-E5DC-1F45D52A9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F7043-BB77-6BC7-DC42-2574EE463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E6A2F-E7AF-FE14-8915-DBFD9B0A1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42170-E187-768B-FC82-567B0D18B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1E39-0718-B582-A6CD-8329EC6A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785BA-AEB6-113E-C0CA-D2C57EC7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B4A47-1D74-5580-7812-B45F0033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0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1D06-467B-625D-22F2-E7711EB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5EF9C8-BF17-A8AD-2C3E-5319A462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6B110-515A-2AC2-E0BA-A0910222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75E63-22B5-44E7-0E01-C01DA7D6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7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305A3-83D6-A607-6C71-3AC3848C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87998-8D18-EF67-3908-0EFBAE8C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55C5F-B374-A61C-EEB2-D7B1B0A4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43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9050-7529-FD44-1AB1-31305149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3E4F-47DD-1428-B6C8-A1978E576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830FE-4F03-AA48-C7BF-5C95E4DF3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06D3B-6604-E83A-C969-25CB0D7E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5C6C9-ECB1-B862-D795-3D88A354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C00FA-1AF6-1BC5-39CB-8F0B355D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4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613A-E610-0719-5D34-60051FB1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EB80A-ACB4-5C2E-384E-B9BB167A7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992CA-AD0F-96C8-1AE2-315C596BB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2F016-F74E-2CBB-400F-546FD7D5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08276-C136-2B20-77A8-7AC2C2A1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95DB4-536D-143B-896F-3F8A63D3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7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45C7-E6F3-FE1C-71EC-E535698A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3B7FC-E66E-86F6-5C70-7BBE2ED45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1B4E8-6693-5DFF-904D-478E77A7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D108F-5EF4-A7D2-2134-6700BE5C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031DF-0339-8212-C0E9-4FAA0C82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8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2AE997-CACF-91BD-1563-7545525E6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F53DB-728C-DF02-D59A-4C6BE36A7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85F07-919B-25F2-26CD-0B052099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A941-19B4-A284-F815-7E43F99C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628B-C883-841D-BBF9-9928399F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2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1BC51-5173-B497-FBE1-6E1E860C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015A4-0ACD-E277-90AA-352381A39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D5596-7A20-9E8B-1260-951AC8468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997E6-C975-4F47-B378-788A72BE456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C3342-D17B-A43D-B062-D8EC63625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70208-16BC-4500-2776-A05152A1B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14A2A-85A3-4769-A2D8-1B838885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9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6FC9-3157-E7B7-C098-91918439C2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Pattern for CEL and CEA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82154-2857-092B-CCA2-ECE9A99F62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77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31DE-BF76-4C63-C535-D46EE143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 something wrong?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542EFC-FF03-83FB-8652-48EECFAF0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" y="2394109"/>
            <a:ext cx="6115050" cy="85725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69C234-AFDA-5197-3C06-903759196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511" y="1206580"/>
            <a:ext cx="5536715" cy="485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8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8818-703F-66C5-BDDC-F7DF8175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for CEA is clear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C9EFB-9DDD-5D16-DFA4-7A4E52707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327"/>
            <a:ext cx="10515600" cy="4351338"/>
          </a:xfrm>
        </p:spPr>
        <p:txBody>
          <a:bodyPr/>
          <a:lstStyle/>
          <a:p>
            <a:r>
              <a:rPr lang="en-US" dirty="0"/>
              <a:t>For restricted case, similarly to unbounded, only two 0.01 and put all weight to other </a:t>
            </a:r>
          </a:p>
          <a:p>
            <a:r>
              <a:rPr lang="en-US" dirty="0"/>
              <a:t>Unbounded always in style: X is fix, 0.01,0.01, 1-0.02-X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CD3090-432D-097E-C37B-FABD80B1B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814" y="4069683"/>
            <a:ext cx="7352585" cy="6709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24CD25-5F76-16DE-3A7F-1DF64858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14" y="4663277"/>
            <a:ext cx="7352585" cy="9397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DAB7B2-341D-6C39-48ED-BCA45F80A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57" y="2992681"/>
            <a:ext cx="10214649" cy="4593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ACA187-88E1-7DD6-8A97-D69D00464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814" y="3627044"/>
            <a:ext cx="9267731" cy="3568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E475D4-FDF4-2C72-8D8D-0A30D23D52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40" y="6299817"/>
            <a:ext cx="12192000" cy="42062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C5F3DC9-BD54-347B-4EDD-84A7EE2495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14" y="5684710"/>
            <a:ext cx="6324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9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8FDA-F114-4458-0726-B352E965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for CEL in restricted case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B11A5-DD61-1CAA-BF0B-83142C76A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Besides for one fixed column X</a:t>
            </a:r>
          </a:p>
          <a:p>
            <a:r>
              <a:rPr lang="en-US" dirty="0"/>
              <a:t>One column should start from 0.01 to certain cutoff Y</a:t>
            </a:r>
          </a:p>
          <a:p>
            <a:r>
              <a:rPr lang="en-US" dirty="0"/>
              <a:t>One possible pattern: The remaining two column start with X, 0.01, 0.01, 1-0.02-X to X, Y, 0.01, 1-0.01-X-Y. The third and fourth column can interchange.</a:t>
            </a:r>
          </a:p>
          <a:p>
            <a:r>
              <a:rPr lang="en-US" dirty="0"/>
              <a:t>Since the only how many agents active determines whether we can improve the final output, so unbounded and restricted will have the same optimal output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26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88BD-4E6B-E011-C9C2-686A82EDA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555"/>
            <a:ext cx="10515600" cy="1325563"/>
          </a:xfrm>
        </p:spPr>
        <p:txBody>
          <a:bodyPr/>
          <a:lstStyle/>
          <a:p>
            <a:r>
              <a:rPr lang="en-US" dirty="0"/>
              <a:t>0.49,0.49,0.01,0.01 (E=60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69E7B0-49A1-9E84-DC12-FD59D199E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11" y="1579829"/>
            <a:ext cx="5257800" cy="519289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770E81-9894-2372-9022-15D3657C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316" y="-85281"/>
            <a:ext cx="160083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C10E52-4073-45B3-BA90-A510500EE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880" y="2567031"/>
            <a:ext cx="3807653" cy="25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02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A7B9-8DCE-9A57-ED33-DDD3A60F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[0.7, 0.2, 0.05, 0.05] (E=70)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E297533-1208-CD0B-8B68-AC43C3C5C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743" y="1610651"/>
            <a:ext cx="1704975" cy="495843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77837-CDED-A902-B15B-375DF00F2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12" y="1511049"/>
            <a:ext cx="1704974" cy="51064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8F39957-E9A3-F9D3-E9F7-59AB162BE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73" y="1597855"/>
            <a:ext cx="17049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7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7B9B-4D7A-2249-03E4-C5078B773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[0.5, 0.01, 0.04, 0.45] E=60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A06FC-9862-767D-69E1-8B43424A8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8BDAB-C4FD-D710-CB1C-F92BA133B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5697"/>
            <a:ext cx="2045654" cy="4911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19CDF-CDD5-85B1-296A-9347C0273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088" y="1359089"/>
            <a:ext cx="2188608" cy="5351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DAD1BC-37DF-89D5-8781-C6951A001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582" y="792323"/>
            <a:ext cx="2200275" cy="5810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668F0-723B-ADE2-1E3B-980425F3B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368" y="1377645"/>
            <a:ext cx="2297157" cy="511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7CD2-EF08-5566-6192-7444704A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[0.5, 0.4, 0.02, 0.08]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BF7CB-FAFF-97A1-28E1-4711B3AC6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0A041-3BA9-3530-D0EB-3E8C0ED7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3" y="1540654"/>
            <a:ext cx="2390120" cy="53173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C2E5B2-C430-1361-6164-603F7061E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817" y="1620890"/>
            <a:ext cx="1918545" cy="52371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68CD7C-408A-1B96-00E1-65709DF8D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443" y="811372"/>
            <a:ext cx="199072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8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165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Pattern for CEL and CEA</vt:lpstr>
      <vt:lpstr>Is something wrong?</vt:lpstr>
      <vt:lpstr>Pattern for CEA is clear </vt:lpstr>
      <vt:lpstr>Pattern for CEL in restricted case  </vt:lpstr>
      <vt:lpstr>0.49,0.49,0.01,0.01 (E=60</vt:lpstr>
      <vt:lpstr>[0.7, 0.2, 0.05, 0.05] (E=70)</vt:lpstr>
      <vt:lpstr>[0.5, 0.01, 0.04, 0.45] E=60</vt:lpstr>
      <vt:lpstr>[0.5, 0.4, 0.02, 0.08]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yc wang</dc:creator>
  <cp:lastModifiedBy>yc wang</cp:lastModifiedBy>
  <cp:revision>5</cp:revision>
  <dcterms:created xsi:type="dcterms:W3CDTF">2025-07-09T07:40:37Z</dcterms:created>
  <dcterms:modified xsi:type="dcterms:W3CDTF">2025-07-18T02:28:51Z</dcterms:modified>
</cp:coreProperties>
</file>