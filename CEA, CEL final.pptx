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2626-3C19-A0A2-3480-3DC3D9B96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FD992-83B0-5CC8-02DB-0FC4C68F9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E998B-AC07-5225-3F20-3D2E0EBE3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E8EEE-E477-3E8E-0AA3-6157CB9B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C8E45-7EB5-5535-FECD-E2A379E64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D694E-F928-26E4-BC8E-1E4C8A8C7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746BD-06D0-310C-9497-7498D91F4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66F7B-F0F7-D97D-0F6E-08FE6AA7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8F649-E30E-0D47-8FBE-1CCD45CE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E5529-9D17-2077-9FA9-FC2AE7EF7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0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1FDD-ED37-1F0B-49BA-37C36EBF4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DB7CC-B52E-721B-562F-61DA0EA5E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F4CD8-3D88-1081-6C82-A18A3C9DF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959F9-BAD9-BAE2-3A0E-2F95C5A4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1235E-6FC8-DF78-4934-8EF4FD9D9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28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39F86-0E93-B448-8D86-E60C4B07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0EE13-C84D-5CF8-E0E5-A046BA29F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57A72-2A39-7862-07DF-5ED15D917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A0DE8-AC8E-58E5-C116-CF025690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6225C-DBDA-9B9C-C825-A40C6CEC1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1DCFB-9370-A616-349A-4701C859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8504-8BED-214B-DF34-B17E1B080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42CD9-C884-41C9-0C2B-28234D91F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C9717B-55EE-8B27-9702-68584A98B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A588C-1DF7-3E6C-4BA6-0BA0F95F7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13815-9722-2BCA-08F1-9B993533D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79AE7-195F-5E84-AD16-9B180748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50F5CE-8742-31EB-C356-34A5EF77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1B6679-1A06-D476-C4B8-1ED752DF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8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3A6F-ADBF-F320-5995-51BE4DC6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CFB97-323D-A0A4-1B35-1274EADA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08D66-8A66-B6A8-A060-7F625F56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FEAB3-3B89-C862-FD72-398AC0E5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9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C86EE-2CCC-71B6-79D8-231FBCF7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60F6C6-D1EC-A34A-F7E0-7D2F0EA0C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DEBCA-2094-77DE-47AB-5D7A34A8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47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D361-8887-9B8E-834F-8ADB8A01A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8C42F-FAF2-DD4E-2E32-6267F33C8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A0A5-DA9C-C342-0EF0-9D7405627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98D20-FF34-9366-4E53-AD4C43087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10767-9FB1-837A-411B-72B821455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EA2FF-8AC3-B15A-E3DA-88C1CC0EA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67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BDDED-6C6C-01B4-7060-DEF3DBE9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DF7EA-CD7F-BDAA-2A50-5CE7578DA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427A2-25D1-2A19-7AA9-6126D8B04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DBA14-67D7-9863-3B63-FF9AC9FB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D02BF-BBEE-557A-FF67-126FABCC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7E7E6-31B5-733D-0FD3-49A98B19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69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76E88-71A3-BA5C-A30C-09454BD4B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9BAF8-08F8-28FA-066F-853AC5D81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FBE23-F929-BA62-57AB-49FE7D290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9BB68-3DA3-4CC9-0EB7-5E7E27FD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F63A3-B50A-5A1C-03DA-5A03B721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9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D3BA2D-0540-C4A4-3811-0C3BBE258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1E208-3BC9-22C8-0F3F-FF2E35E20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6AA6-BDBB-C0DA-339A-03055F3A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87226-58A8-7B03-86A9-D56A0798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6F9E4-AA63-A78A-D161-2355E9B1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4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D7403-BD06-AFE8-A7CD-838E1B3C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DD25-DB5D-1729-4FDD-CAD234AAE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95176-AD6B-1619-6487-69C2FF2B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E717D-CE90-4A90-A197-304080B8AD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324E4-C1BA-4F29-4F98-DDE1A6836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BC0C2-55C1-C1E0-63AC-E627FBF90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EDF9B-3AFC-40E7-A3C0-10D7436AB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34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1402-6125-16AF-4138-E9934845E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CEL </a:t>
            </a:r>
            <a:r>
              <a:rPr lang="en-US" altLang="zh-CN" dirty="0"/>
              <a:t>and CEA summary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6D09A-317E-D578-0331-768FA847D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569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6EFF1-AB7D-124A-030C-7E1D878D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5BD389-1AC0-04F2-B484-7C1A9BC5D8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employs a binary search algorithm, designed for efficiently finding a solution (threshold λ) to the equation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</m:oMath>
                </a14:m>
                <a:r>
                  <a:rPr lang="en-US" b="0" dirty="0"/>
                  <a:t>ci,</a:t>
                </a:r>
                <a:r>
                  <a:rPr lang="en-US" dirty="0"/>
                  <a:t> λ</a:t>
                </a:r>
                <a:r>
                  <a:rPr lang="en-US" b="0" dirty="0"/>
                  <a:t>)=R </a:t>
                </a:r>
              </a:p>
              <a:p>
                <a:r>
                  <a:rPr lang="en-US" dirty="0"/>
                  <a:t>At each iteration, it tests the midpoint (lam) of the interval. If the sum of awards at this midpoint (</a:t>
                </a:r>
                <a:r>
                  <a:rPr lang="en-US" dirty="0" err="1"/>
                  <a:t>np.minimum</a:t>
                </a:r>
                <a:r>
                  <a:rPr lang="en-US" dirty="0"/>
                  <a:t>(c, lam).sum()) exceeds the available estate (E), it narrows down the interval by setting hi = lam; otherwise, it adjusts by setting lo = lam. </a:t>
                </a:r>
              </a:p>
              <a:p>
                <a:r>
                  <a:rPr lang="en-US" dirty="0"/>
                  <a:t>Once is found, the final allocation is directly computed a </a:t>
                </a:r>
                <a:r>
                  <a:rPr lang="en-US" dirty="0" err="1"/>
                  <a:t>np.minimum</a:t>
                </a:r>
                <a:r>
                  <a:rPr lang="en-US" dirty="0"/>
                  <a:t>(c, λ ),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5BD389-1AC0-04F2-B484-7C1A9BC5D8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2F60704-0724-818C-02EB-9E1D718B0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96" y="5034594"/>
            <a:ext cx="7361905" cy="17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2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3841-33DC-6110-6650-D43FB3AF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8D658A-637F-6521-335B-9BCF5DE8BD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uses a binary search strategy to efficiently solve the mathematical equation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,</a:t>
                </a:r>
                <a:r>
                  <a:rPr lang="en-US" dirty="0"/>
                  <a:t> c- λ</a:t>
                </a:r>
                <a:r>
                  <a:rPr lang="en-US" b="0" dirty="0"/>
                  <a:t>)=R </a:t>
                </a:r>
              </a:p>
              <a:p>
                <a:r>
                  <a:rPr lang="en-US" dirty="0"/>
                  <a:t>S</a:t>
                </a:r>
                <a:r>
                  <a:rPr lang="en-US" b="0" dirty="0"/>
                  <a:t>tarts by converting claims into a numeric array and initializes a search interval [0, </a:t>
                </a:r>
                <a:r>
                  <a:rPr lang="en-US" b="0" dirty="0" err="1"/>
                  <a:t>max_claim</a:t>
                </a:r>
                <a:r>
                  <a:rPr lang="en-US" b="0" dirty="0"/>
                  <a:t>]. At each iteration, it computes the midpoint lam and checks whether the total losses at this point are greater than or less than the estate.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8D658A-637F-6521-335B-9BCF5DE8BD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E886C60-A108-97E4-E1D6-0CCCE9AB3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447" y="4244575"/>
            <a:ext cx="6380952" cy="2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3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BE2F-43AB-0B21-648A-C083330E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6A175-2865-038E-D7FE-48CE8627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E=35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7B7EE-2B06-1551-8D95-A2564DD5C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390B9-6132-F892-5F13-DC0790FD5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12192000" cy="476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15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2CA2-36D8-4091-5A8E-466DB671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724F-DEC1-B976-848E-75BB8789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65743-6D43-0DB3-F710-B1C427912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94A9E2-910A-3AE0-4E24-331925EE6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8189"/>
            <a:ext cx="12192000" cy="49626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877A06-D936-4EB8-AEBA-E94F9D0DA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4" y="1201942"/>
            <a:ext cx="12192000" cy="23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87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F040C-C678-8575-3682-5DD7A0FED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62D09-2BA7-BD87-E593-3E25408FA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A860F-9BD1-9AD0-F4AC-BB0F6CAE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3404"/>
            <a:ext cx="12192000" cy="44983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6CAAB8-6A45-86A9-8228-4EB4B46D6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6" y="1375794"/>
            <a:ext cx="12192000" cy="28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7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72CD5-0EC5-C698-2FA5-75979DFB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     E=60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806D0-31CE-B757-3FB0-AE29D3ACF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9357C-99D8-F921-30C8-3FE3DEFB1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9606"/>
            <a:ext cx="12192000" cy="465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2F4E1-382A-8F20-828A-DFF3CDC2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DAEF9-B21C-9A60-2E76-053478CE7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BE069-1CE7-A9B7-4B96-EC3097E6D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7595"/>
            <a:ext cx="12192000" cy="4339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24FF75-B855-811F-A00B-E39D0A3AA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8795"/>
            <a:ext cx="11454467" cy="2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97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397F-8E80-4338-2B55-A17C2A738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A46D7-097D-9F16-C839-0E67E5177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C7291D-1049-8CED-5C0C-424043E8C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2690"/>
            <a:ext cx="12192000" cy="47256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72C420-3E4A-D5BF-F740-BFCB1185C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2715"/>
            <a:ext cx="11266415" cy="23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3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184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CEL and CEA summary</vt:lpstr>
      <vt:lpstr>CEA</vt:lpstr>
      <vt:lpstr>CEL</vt:lpstr>
      <vt:lpstr>E=35</vt:lpstr>
      <vt:lpstr>PowerPoint Presentation</vt:lpstr>
      <vt:lpstr>PowerPoint Presentation</vt:lpstr>
      <vt:lpstr>CEL     E=60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yc wang</dc:creator>
  <cp:lastModifiedBy>yc wang</cp:lastModifiedBy>
  <cp:revision>1</cp:revision>
  <dcterms:created xsi:type="dcterms:W3CDTF">2025-07-31T15:03:40Z</dcterms:created>
  <dcterms:modified xsi:type="dcterms:W3CDTF">2025-07-31T21:56:29Z</dcterms:modified>
</cp:coreProperties>
</file>