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1" r:id="rId6"/>
    <p:sldId id="263" r:id="rId7"/>
    <p:sldId id="262" r:id="rId8"/>
    <p:sldId id="264" r:id="rId9"/>
    <p:sldId id="266"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5" d="100"/>
          <a:sy n="75" d="100"/>
        </p:scale>
        <p:origin x="48" y="40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581CA-7302-A1FD-AC0B-528834C6401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2D6BD3F-B0F4-1F9C-E13B-C1378A2706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580C111-CCEB-B318-C541-C5AA296B51F7}"/>
              </a:ext>
            </a:extLst>
          </p:cNvPr>
          <p:cNvSpPr>
            <a:spLocks noGrp="1"/>
          </p:cNvSpPr>
          <p:nvPr>
            <p:ph type="dt" sz="half" idx="10"/>
          </p:nvPr>
        </p:nvSpPr>
        <p:spPr/>
        <p:txBody>
          <a:bodyPr/>
          <a:lstStyle/>
          <a:p>
            <a:fld id="{4FC57CCE-3F09-486C-A408-51CF419AE9DE}" type="datetimeFigureOut">
              <a:rPr lang="en-US" smtClean="0"/>
              <a:t>7/3/2025</a:t>
            </a:fld>
            <a:endParaRPr lang="en-US"/>
          </a:p>
        </p:txBody>
      </p:sp>
      <p:sp>
        <p:nvSpPr>
          <p:cNvPr id="5" name="Footer Placeholder 4">
            <a:extLst>
              <a:ext uri="{FF2B5EF4-FFF2-40B4-BE49-F238E27FC236}">
                <a16:creationId xmlns:a16="http://schemas.microsoft.com/office/drawing/2014/main" id="{DE71EBEB-DDA3-9FB7-5514-527B0DA21B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263DAF-60D8-A590-6849-0D5F025608C3}"/>
              </a:ext>
            </a:extLst>
          </p:cNvPr>
          <p:cNvSpPr>
            <a:spLocks noGrp="1"/>
          </p:cNvSpPr>
          <p:nvPr>
            <p:ph type="sldNum" sz="quarter" idx="12"/>
          </p:nvPr>
        </p:nvSpPr>
        <p:spPr/>
        <p:txBody>
          <a:bodyPr/>
          <a:lstStyle/>
          <a:p>
            <a:fld id="{57735800-4AD8-4396-8B29-400AC0AB84E5}" type="slidenum">
              <a:rPr lang="en-US" smtClean="0"/>
              <a:t>‹#›</a:t>
            </a:fld>
            <a:endParaRPr lang="en-US"/>
          </a:p>
        </p:txBody>
      </p:sp>
    </p:spTree>
    <p:extLst>
      <p:ext uri="{BB962C8B-B14F-4D97-AF65-F5344CB8AC3E}">
        <p14:creationId xmlns:p14="http://schemas.microsoft.com/office/powerpoint/2010/main" val="26086993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705A8-F734-E580-ACC0-869F0986C8D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D73774-B2FA-261A-8346-DC06C8967A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F26957-BDE2-3E4C-040B-800E0323D395}"/>
              </a:ext>
            </a:extLst>
          </p:cNvPr>
          <p:cNvSpPr>
            <a:spLocks noGrp="1"/>
          </p:cNvSpPr>
          <p:nvPr>
            <p:ph type="dt" sz="half" idx="10"/>
          </p:nvPr>
        </p:nvSpPr>
        <p:spPr/>
        <p:txBody>
          <a:bodyPr/>
          <a:lstStyle/>
          <a:p>
            <a:fld id="{4FC57CCE-3F09-486C-A408-51CF419AE9DE}" type="datetimeFigureOut">
              <a:rPr lang="en-US" smtClean="0"/>
              <a:t>7/3/2025</a:t>
            </a:fld>
            <a:endParaRPr lang="en-US"/>
          </a:p>
        </p:txBody>
      </p:sp>
      <p:sp>
        <p:nvSpPr>
          <p:cNvPr id="5" name="Footer Placeholder 4">
            <a:extLst>
              <a:ext uri="{FF2B5EF4-FFF2-40B4-BE49-F238E27FC236}">
                <a16:creationId xmlns:a16="http://schemas.microsoft.com/office/drawing/2014/main" id="{B47108F6-27A7-131A-8D47-A7ACFB99A2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6DCF54-31A9-D3E5-1704-B15E3FF9B731}"/>
              </a:ext>
            </a:extLst>
          </p:cNvPr>
          <p:cNvSpPr>
            <a:spLocks noGrp="1"/>
          </p:cNvSpPr>
          <p:nvPr>
            <p:ph type="sldNum" sz="quarter" idx="12"/>
          </p:nvPr>
        </p:nvSpPr>
        <p:spPr/>
        <p:txBody>
          <a:bodyPr/>
          <a:lstStyle/>
          <a:p>
            <a:fld id="{57735800-4AD8-4396-8B29-400AC0AB84E5}" type="slidenum">
              <a:rPr lang="en-US" smtClean="0"/>
              <a:t>‹#›</a:t>
            </a:fld>
            <a:endParaRPr lang="en-US"/>
          </a:p>
        </p:txBody>
      </p:sp>
    </p:spTree>
    <p:extLst>
      <p:ext uri="{BB962C8B-B14F-4D97-AF65-F5344CB8AC3E}">
        <p14:creationId xmlns:p14="http://schemas.microsoft.com/office/powerpoint/2010/main" val="1167357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2160A-ED8E-B852-6A3D-B3BBD3DAAA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8D093A3-3140-D7D6-530A-241C0784001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BEA2648-2408-F41B-9FAA-2AB37218952F}"/>
              </a:ext>
            </a:extLst>
          </p:cNvPr>
          <p:cNvSpPr>
            <a:spLocks noGrp="1"/>
          </p:cNvSpPr>
          <p:nvPr>
            <p:ph type="dt" sz="half" idx="10"/>
          </p:nvPr>
        </p:nvSpPr>
        <p:spPr/>
        <p:txBody>
          <a:bodyPr/>
          <a:lstStyle/>
          <a:p>
            <a:fld id="{4FC57CCE-3F09-486C-A408-51CF419AE9DE}" type="datetimeFigureOut">
              <a:rPr lang="en-US" smtClean="0"/>
              <a:t>7/3/2025</a:t>
            </a:fld>
            <a:endParaRPr lang="en-US"/>
          </a:p>
        </p:txBody>
      </p:sp>
      <p:sp>
        <p:nvSpPr>
          <p:cNvPr id="5" name="Footer Placeholder 4">
            <a:extLst>
              <a:ext uri="{FF2B5EF4-FFF2-40B4-BE49-F238E27FC236}">
                <a16:creationId xmlns:a16="http://schemas.microsoft.com/office/drawing/2014/main" id="{8C755052-44B4-B127-BCB1-7EDC45EFDE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55EF37-4FA2-FD39-D8C2-20127049D763}"/>
              </a:ext>
            </a:extLst>
          </p:cNvPr>
          <p:cNvSpPr>
            <a:spLocks noGrp="1"/>
          </p:cNvSpPr>
          <p:nvPr>
            <p:ph type="sldNum" sz="quarter" idx="12"/>
          </p:nvPr>
        </p:nvSpPr>
        <p:spPr/>
        <p:txBody>
          <a:bodyPr/>
          <a:lstStyle/>
          <a:p>
            <a:fld id="{57735800-4AD8-4396-8B29-400AC0AB84E5}" type="slidenum">
              <a:rPr lang="en-US" smtClean="0"/>
              <a:t>‹#›</a:t>
            </a:fld>
            <a:endParaRPr lang="en-US"/>
          </a:p>
        </p:txBody>
      </p:sp>
    </p:spTree>
    <p:extLst>
      <p:ext uri="{BB962C8B-B14F-4D97-AF65-F5344CB8AC3E}">
        <p14:creationId xmlns:p14="http://schemas.microsoft.com/office/powerpoint/2010/main" val="7377436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10E1C-D0ED-5F71-ACE2-29EC21DF31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F7AEC8-4122-03F3-774E-1F3279479D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97075A1-F193-6970-2F33-B38CCF4147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CDCFE54-5C9B-9409-8583-5990CF28F795}"/>
              </a:ext>
            </a:extLst>
          </p:cNvPr>
          <p:cNvSpPr>
            <a:spLocks noGrp="1"/>
          </p:cNvSpPr>
          <p:nvPr>
            <p:ph type="dt" sz="half" idx="10"/>
          </p:nvPr>
        </p:nvSpPr>
        <p:spPr/>
        <p:txBody>
          <a:bodyPr/>
          <a:lstStyle/>
          <a:p>
            <a:fld id="{4FC57CCE-3F09-486C-A408-51CF419AE9DE}" type="datetimeFigureOut">
              <a:rPr lang="en-US" smtClean="0"/>
              <a:t>7/3/2025</a:t>
            </a:fld>
            <a:endParaRPr lang="en-US"/>
          </a:p>
        </p:txBody>
      </p:sp>
      <p:sp>
        <p:nvSpPr>
          <p:cNvPr id="6" name="Footer Placeholder 5">
            <a:extLst>
              <a:ext uri="{FF2B5EF4-FFF2-40B4-BE49-F238E27FC236}">
                <a16:creationId xmlns:a16="http://schemas.microsoft.com/office/drawing/2014/main" id="{5D58E60F-CFB2-DFB0-3955-16FEBC5064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C4075A-B564-B5C8-6D71-E102D6315D00}"/>
              </a:ext>
            </a:extLst>
          </p:cNvPr>
          <p:cNvSpPr>
            <a:spLocks noGrp="1"/>
          </p:cNvSpPr>
          <p:nvPr>
            <p:ph type="sldNum" sz="quarter" idx="12"/>
          </p:nvPr>
        </p:nvSpPr>
        <p:spPr/>
        <p:txBody>
          <a:bodyPr/>
          <a:lstStyle/>
          <a:p>
            <a:fld id="{57735800-4AD8-4396-8B29-400AC0AB84E5}" type="slidenum">
              <a:rPr lang="en-US" smtClean="0"/>
              <a:t>‹#›</a:t>
            </a:fld>
            <a:endParaRPr lang="en-US"/>
          </a:p>
        </p:txBody>
      </p:sp>
    </p:spTree>
    <p:extLst>
      <p:ext uri="{BB962C8B-B14F-4D97-AF65-F5344CB8AC3E}">
        <p14:creationId xmlns:p14="http://schemas.microsoft.com/office/powerpoint/2010/main" val="15643100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83982-C328-3164-D1AA-E99431B3EC9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62CB78A-F3F5-A3D7-FE79-1933CCB73A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A75094F-2881-BE4D-2848-A35707E5753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BDF271F-C641-1B40-8832-4A912E5A019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AD8EA5D-E433-8BB0-A8C8-1174FD380F5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64FA600-7F65-8479-C1F8-AB8E2DE12329}"/>
              </a:ext>
            </a:extLst>
          </p:cNvPr>
          <p:cNvSpPr>
            <a:spLocks noGrp="1"/>
          </p:cNvSpPr>
          <p:nvPr>
            <p:ph type="dt" sz="half" idx="10"/>
          </p:nvPr>
        </p:nvSpPr>
        <p:spPr/>
        <p:txBody>
          <a:bodyPr/>
          <a:lstStyle/>
          <a:p>
            <a:fld id="{4FC57CCE-3F09-486C-A408-51CF419AE9DE}" type="datetimeFigureOut">
              <a:rPr lang="en-US" smtClean="0"/>
              <a:t>7/3/2025</a:t>
            </a:fld>
            <a:endParaRPr lang="en-US"/>
          </a:p>
        </p:txBody>
      </p:sp>
      <p:sp>
        <p:nvSpPr>
          <p:cNvPr id="8" name="Footer Placeholder 7">
            <a:extLst>
              <a:ext uri="{FF2B5EF4-FFF2-40B4-BE49-F238E27FC236}">
                <a16:creationId xmlns:a16="http://schemas.microsoft.com/office/drawing/2014/main" id="{95788D65-060F-4402-E000-A1C524D71A5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9CFB105-DA69-733A-B73F-487BF5E413D9}"/>
              </a:ext>
            </a:extLst>
          </p:cNvPr>
          <p:cNvSpPr>
            <a:spLocks noGrp="1"/>
          </p:cNvSpPr>
          <p:nvPr>
            <p:ph type="sldNum" sz="quarter" idx="12"/>
          </p:nvPr>
        </p:nvSpPr>
        <p:spPr/>
        <p:txBody>
          <a:bodyPr/>
          <a:lstStyle/>
          <a:p>
            <a:fld id="{57735800-4AD8-4396-8B29-400AC0AB84E5}" type="slidenum">
              <a:rPr lang="en-US" smtClean="0"/>
              <a:t>‹#›</a:t>
            </a:fld>
            <a:endParaRPr lang="en-US"/>
          </a:p>
        </p:txBody>
      </p:sp>
    </p:spTree>
    <p:extLst>
      <p:ext uri="{BB962C8B-B14F-4D97-AF65-F5344CB8AC3E}">
        <p14:creationId xmlns:p14="http://schemas.microsoft.com/office/powerpoint/2010/main" val="6004001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619EE-1EDE-8D7E-77E1-17F204FCCD0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E5F61D8-FE91-AA8E-E1BE-2208F9FA1797}"/>
              </a:ext>
            </a:extLst>
          </p:cNvPr>
          <p:cNvSpPr>
            <a:spLocks noGrp="1"/>
          </p:cNvSpPr>
          <p:nvPr>
            <p:ph type="dt" sz="half" idx="10"/>
          </p:nvPr>
        </p:nvSpPr>
        <p:spPr/>
        <p:txBody>
          <a:bodyPr/>
          <a:lstStyle/>
          <a:p>
            <a:fld id="{4FC57CCE-3F09-486C-A408-51CF419AE9DE}" type="datetimeFigureOut">
              <a:rPr lang="en-US" smtClean="0"/>
              <a:t>7/3/2025</a:t>
            </a:fld>
            <a:endParaRPr lang="en-US"/>
          </a:p>
        </p:txBody>
      </p:sp>
      <p:sp>
        <p:nvSpPr>
          <p:cNvPr id="4" name="Footer Placeholder 3">
            <a:extLst>
              <a:ext uri="{FF2B5EF4-FFF2-40B4-BE49-F238E27FC236}">
                <a16:creationId xmlns:a16="http://schemas.microsoft.com/office/drawing/2014/main" id="{3BC2132E-7151-7B7D-A612-59DCC8E1321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609EFA5-F012-D69D-5764-FC79101FCDA2}"/>
              </a:ext>
            </a:extLst>
          </p:cNvPr>
          <p:cNvSpPr>
            <a:spLocks noGrp="1"/>
          </p:cNvSpPr>
          <p:nvPr>
            <p:ph type="sldNum" sz="quarter" idx="12"/>
          </p:nvPr>
        </p:nvSpPr>
        <p:spPr/>
        <p:txBody>
          <a:bodyPr/>
          <a:lstStyle/>
          <a:p>
            <a:fld id="{57735800-4AD8-4396-8B29-400AC0AB84E5}" type="slidenum">
              <a:rPr lang="en-US" smtClean="0"/>
              <a:t>‹#›</a:t>
            </a:fld>
            <a:endParaRPr lang="en-US"/>
          </a:p>
        </p:txBody>
      </p:sp>
    </p:spTree>
    <p:extLst>
      <p:ext uri="{BB962C8B-B14F-4D97-AF65-F5344CB8AC3E}">
        <p14:creationId xmlns:p14="http://schemas.microsoft.com/office/powerpoint/2010/main" val="32571996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CFA330-C552-1397-6CD8-0582227A9753}"/>
              </a:ext>
            </a:extLst>
          </p:cNvPr>
          <p:cNvSpPr>
            <a:spLocks noGrp="1"/>
          </p:cNvSpPr>
          <p:nvPr>
            <p:ph type="dt" sz="half" idx="10"/>
          </p:nvPr>
        </p:nvSpPr>
        <p:spPr/>
        <p:txBody>
          <a:bodyPr/>
          <a:lstStyle/>
          <a:p>
            <a:fld id="{4FC57CCE-3F09-486C-A408-51CF419AE9DE}" type="datetimeFigureOut">
              <a:rPr lang="en-US" smtClean="0"/>
              <a:t>7/3/2025</a:t>
            </a:fld>
            <a:endParaRPr lang="en-US"/>
          </a:p>
        </p:txBody>
      </p:sp>
      <p:sp>
        <p:nvSpPr>
          <p:cNvPr id="3" name="Footer Placeholder 2">
            <a:extLst>
              <a:ext uri="{FF2B5EF4-FFF2-40B4-BE49-F238E27FC236}">
                <a16:creationId xmlns:a16="http://schemas.microsoft.com/office/drawing/2014/main" id="{6DA5F185-0457-4467-D3B1-C0C4A2D75C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E39295B-0EB3-4380-B336-43935677BD26}"/>
              </a:ext>
            </a:extLst>
          </p:cNvPr>
          <p:cNvSpPr>
            <a:spLocks noGrp="1"/>
          </p:cNvSpPr>
          <p:nvPr>
            <p:ph type="sldNum" sz="quarter" idx="12"/>
          </p:nvPr>
        </p:nvSpPr>
        <p:spPr/>
        <p:txBody>
          <a:bodyPr/>
          <a:lstStyle/>
          <a:p>
            <a:fld id="{57735800-4AD8-4396-8B29-400AC0AB84E5}" type="slidenum">
              <a:rPr lang="en-US" smtClean="0"/>
              <a:t>‹#›</a:t>
            </a:fld>
            <a:endParaRPr lang="en-US"/>
          </a:p>
        </p:txBody>
      </p:sp>
    </p:spTree>
    <p:extLst>
      <p:ext uri="{BB962C8B-B14F-4D97-AF65-F5344CB8AC3E}">
        <p14:creationId xmlns:p14="http://schemas.microsoft.com/office/powerpoint/2010/main" val="19378926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44A7F-B47E-C2B0-2094-A2EE0441FF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2DEE9E1-3908-5A78-5BF9-A79630BE20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93E9962-754E-3481-5989-1F75A421D4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D7D478-3DCC-63CE-FBD7-ED711ABE7FA9}"/>
              </a:ext>
            </a:extLst>
          </p:cNvPr>
          <p:cNvSpPr>
            <a:spLocks noGrp="1"/>
          </p:cNvSpPr>
          <p:nvPr>
            <p:ph type="dt" sz="half" idx="10"/>
          </p:nvPr>
        </p:nvSpPr>
        <p:spPr/>
        <p:txBody>
          <a:bodyPr/>
          <a:lstStyle/>
          <a:p>
            <a:fld id="{4FC57CCE-3F09-486C-A408-51CF419AE9DE}" type="datetimeFigureOut">
              <a:rPr lang="en-US" smtClean="0"/>
              <a:t>7/3/2025</a:t>
            </a:fld>
            <a:endParaRPr lang="en-US"/>
          </a:p>
        </p:txBody>
      </p:sp>
      <p:sp>
        <p:nvSpPr>
          <p:cNvPr id="6" name="Footer Placeholder 5">
            <a:extLst>
              <a:ext uri="{FF2B5EF4-FFF2-40B4-BE49-F238E27FC236}">
                <a16:creationId xmlns:a16="http://schemas.microsoft.com/office/drawing/2014/main" id="{B2586F2C-5AFC-CA2E-EDC0-B85985B9E7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5710A8-3320-677A-0C8D-4F09E3467ECC}"/>
              </a:ext>
            </a:extLst>
          </p:cNvPr>
          <p:cNvSpPr>
            <a:spLocks noGrp="1"/>
          </p:cNvSpPr>
          <p:nvPr>
            <p:ph type="sldNum" sz="quarter" idx="12"/>
          </p:nvPr>
        </p:nvSpPr>
        <p:spPr/>
        <p:txBody>
          <a:bodyPr/>
          <a:lstStyle/>
          <a:p>
            <a:fld id="{57735800-4AD8-4396-8B29-400AC0AB84E5}" type="slidenum">
              <a:rPr lang="en-US" smtClean="0"/>
              <a:t>‹#›</a:t>
            </a:fld>
            <a:endParaRPr lang="en-US"/>
          </a:p>
        </p:txBody>
      </p:sp>
    </p:spTree>
    <p:extLst>
      <p:ext uri="{BB962C8B-B14F-4D97-AF65-F5344CB8AC3E}">
        <p14:creationId xmlns:p14="http://schemas.microsoft.com/office/powerpoint/2010/main" val="16115336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CFAD3-20A6-DE88-B014-CF1C4AE6824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BB31646-CB87-AE6D-274E-20B41A2662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B894269-64E9-634E-862F-3D70ED555B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CF9C20-B40A-52C1-B548-F637AB904800}"/>
              </a:ext>
            </a:extLst>
          </p:cNvPr>
          <p:cNvSpPr>
            <a:spLocks noGrp="1"/>
          </p:cNvSpPr>
          <p:nvPr>
            <p:ph type="dt" sz="half" idx="10"/>
          </p:nvPr>
        </p:nvSpPr>
        <p:spPr/>
        <p:txBody>
          <a:bodyPr/>
          <a:lstStyle/>
          <a:p>
            <a:fld id="{4FC57CCE-3F09-486C-A408-51CF419AE9DE}" type="datetimeFigureOut">
              <a:rPr lang="en-US" smtClean="0"/>
              <a:t>7/3/2025</a:t>
            </a:fld>
            <a:endParaRPr lang="en-US"/>
          </a:p>
        </p:txBody>
      </p:sp>
      <p:sp>
        <p:nvSpPr>
          <p:cNvPr id="6" name="Footer Placeholder 5">
            <a:extLst>
              <a:ext uri="{FF2B5EF4-FFF2-40B4-BE49-F238E27FC236}">
                <a16:creationId xmlns:a16="http://schemas.microsoft.com/office/drawing/2014/main" id="{8B8369EB-8C57-018F-3C09-8914C641D1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0A2EDB-0216-9879-C409-FFDBF6591E9C}"/>
              </a:ext>
            </a:extLst>
          </p:cNvPr>
          <p:cNvSpPr>
            <a:spLocks noGrp="1"/>
          </p:cNvSpPr>
          <p:nvPr>
            <p:ph type="sldNum" sz="quarter" idx="12"/>
          </p:nvPr>
        </p:nvSpPr>
        <p:spPr/>
        <p:txBody>
          <a:bodyPr/>
          <a:lstStyle/>
          <a:p>
            <a:fld id="{57735800-4AD8-4396-8B29-400AC0AB84E5}" type="slidenum">
              <a:rPr lang="en-US" smtClean="0"/>
              <a:t>‹#›</a:t>
            </a:fld>
            <a:endParaRPr lang="en-US"/>
          </a:p>
        </p:txBody>
      </p:sp>
    </p:spTree>
    <p:extLst>
      <p:ext uri="{BB962C8B-B14F-4D97-AF65-F5344CB8AC3E}">
        <p14:creationId xmlns:p14="http://schemas.microsoft.com/office/powerpoint/2010/main" val="31361750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30F1E-D729-C278-B95F-45684FCE2F7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EDE8C08-35DE-B59C-E4C4-C3D203580D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B59802-C72A-9254-DDAC-F91FEEE80737}"/>
              </a:ext>
            </a:extLst>
          </p:cNvPr>
          <p:cNvSpPr>
            <a:spLocks noGrp="1"/>
          </p:cNvSpPr>
          <p:nvPr>
            <p:ph type="dt" sz="half" idx="10"/>
          </p:nvPr>
        </p:nvSpPr>
        <p:spPr/>
        <p:txBody>
          <a:bodyPr/>
          <a:lstStyle/>
          <a:p>
            <a:fld id="{4FC57CCE-3F09-486C-A408-51CF419AE9DE}" type="datetimeFigureOut">
              <a:rPr lang="en-US" smtClean="0"/>
              <a:t>7/3/2025</a:t>
            </a:fld>
            <a:endParaRPr lang="en-US"/>
          </a:p>
        </p:txBody>
      </p:sp>
      <p:sp>
        <p:nvSpPr>
          <p:cNvPr id="5" name="Footer Placeholder 4">
            <a:extLst>
              <a:ext uri="{FF2B5EF4-FFF2-40B4-BE49-F238E27FC236}">
                <a16:creationId xmlns:a16="http://schemas.microsoft.com/office/drawing/2014/main" id="{71494F7C-6085-458F-1C58-0BA0290943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D2E53A-3F54-5E95-42A9-C4B36F95C77F}"/>
              </a:ext>
            </a:extLst>
          </p:cNvPr>
          <p:cNvSpPr>
            <a:spLocks noGrp="1"/>
          </p:cNvSpPr>
          <p:nvPr>
            <p:ph type="sldNum" sz="quarter" idx="12"/>
          </p:nvPr>
        </p:nvSpPr>
        <p:spPr/>
        <p:txBody>
          <a:bodyPr/>
          <a:lstStyle/>
          <a:p>
            <a:fld id="{57735800-4AD8-4396-8B29-400AC0AB84E5}" type="slidenum">
              <a:rPr lang="en-US" smtClean="0"/>
              <a:t>‹#›</a:t>
            </a:fld>
            <a:endParaRPr lang="en-US"/>
          </a:p>
        </p:txBody>
      </p:sp>
    </p:spTree>
    <p:extLst>
      <p:ext uri="{BB962C8B-B14F-4D97-AF65-F5344CB8AC3E}">
        <p14:creationId xmlns:p14="http://schemas.microsoft.com/office/powerpoint/2010/main" val="1263421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22EB42E-1B13-B8F3-54BE-280E13E060D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678E5FC-6A35-1424-69D5-11D52D24FB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C5D3E6-4A90-AAA7-1C5F-17C98A8B659F}"/>
              </a:ext>
            </a:extLst>
          </p:cNvPr>
          <p:cNvSpPr>
            <a:spLocks noGrp="1"/>
          </p:cNvSpPr>
          <p:nvPr>
            <p:ph type="dt" sz="half" idx="10"/>
          </p:nvPr>
        </p:nvSpPr>
        <p:spPr/>
        <p:txBody>
          <a:bodyPr/>
          <a:lstStyle/>
          <a:p>
            <a:fld id="{4FC57CCE-3F09-486C-A408-51CF419AE9DE}" type="datetimeFigureOut">
              <a:rPr lang="en-US" smtClean="0"/>
              <a:t>7/3/2025</a:t>
            </a:fld>
            <a:endParaRPr lang="en-US"/>
          </a:p>
        </p:txBody>
      </p:sp>
      <p:sp>
        <p:nvSpPr>
          <p:cNvPr id="5" name="Footer Placeholder 4">
            <a:extLst>
              <a:ext uri="{FF2B5EF4-FFF2-40B4-BE49-F238E27FC236}">
                <a16:creationId xmlns:a16="http://schemas.microsoft.com/office/drawing/2014/main" id="{E4CC4CC4-E9EE-1DBB-642F-064265B01D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80D809-69B1-8AA9-AC20-3DB8731D5ED1}"/>
              </a:ext>
            </a:extLst>
          </p:cNvPr>
          <p:cNvSpPr>
            <a:spLocks noGrp="1"/>
          </p:cNvSpPr>
          <p:nvPr>
            <p:ph type="sldNum" sz="quarter" idx="12"/>
          </p:nvPr>
        </p:nvSpPr>
        <p:spPr/>
        <p:txBody>
          <a:bodyPr/>
          <a:lstStyle/>
          <a:p>
            <a:fld id="{57735800-4AD8-4396-8B29-400AC0AB84E5}" type="slidenum">
              <a:rPr lang="en-US" smtClean="0"/>
              <a:t>‹#›</a:t>
            </a:fld>
            <a:endParaRPr lang="en-US"/>
          </a:p>
        </p:txBody>
      </p:sp>
    </p:spTree>
    <p:extLst>
      <p:ext uri="{BB962C8B-B14F-4D97-AF65-F5344CB8AC3E}">
        <p14:creationId xmlns:p14="http://schemas.microsoft.com/office/powerpoint/2010/main" val="21555144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C019A2-0815-CF34-1FB4-159EC651AF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D7F4C13-43B1-75E7-97ED-A709388B06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66F883-CAA8-CBC7-E0BC-4C2D544B882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C57CCE-3F09-486C-A408-51CF419AE9DE}" type="datetimeFigureOut">
              <a:rPr lang="en-US" smtClean="0"/>
              <a:t>7/3/2025</a:t>
            </a:fld>
            <a:endParaRPr lang="en-US"/>
          </a:p>
        </p:txBody>
      </p:sp>
      <p:sp>
        <p:nvSpPr>
          <p:cNvPr id="5" name="Footer Placeholder 4">
            <a:extLst>
              <a:ext uri="{FF2B5EF4-FFF2-40B4-BE49-F238E27FC236}">
                <a16:creationId xmlns:a16="http://schemas.microsoft.com/office/drawing/2014/main" id="{B82D2B9C-D211-4426-A062-3E630339D4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1480913-CB5B-680C-CB09-6E8AD16FEE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735800-4AD8-4396-8B29-400AC0AB84E5}" type="slidenum">
              <a:rPr lang="en-US" smtClean="0"/>
              <a:t>‹#›</a:t>
            </a:fld>
            <a:endParaRPr lang="en-US"/>
          </a:p>
        </p:txBody>
      </p:sp>
    </p:spTree>
    <p:extLst>
      <p:ext uri="{BB962C8B-B14F-4D97-AF65-F5344CB8AC3E}">
        <p14:creationId xmlns:p14="http://schemas.microsoft.com/office/powerpoint/2010/main" val="9002185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48D74-996D-83C8-DC18-6FEB5E6060C3}"/>
              </a:ext>
            </a:extLst>
          </p:cNvPr>
          <p:cNvSpPr>
            <a:spLocks noGrp="1"/>
          </p:cNvSpPr>
          <p:nvPr>
            <p:ph type="ctrTitle"/>
          </p:nvPr>
        </p:nvSpPr>
        <p:spPr/>
        <p:txBody>
          <a:bodyPr/>
          <a:lstStyle/>
          <a:p>
            <a:r>
              <a:rPr lang="en-US" dirty="0"/>
              <a:t>CEL </a:t>
            </a:r>
            <a:r>
              <a:rPr lang="en-US" altLang="zh-CN" dirty="0"/>
              <a:t>and CEA </a:t>
            </a:r>
            <a:endParaRPr lang="en-US" dirty="0"/>
          </a:p>
        </p:txBody>
      </p:sp>
      <p:sp>
        <p:nvSpPr>
          <p:cNvPr id="3" name="Subtitle 2">
            <a:extLst>
              <a:ext uri="{FF2B5EF4-FFF2-40B4-BE49-F238E27FC236}">
                <a16:creationId xmlns:a16="http://schemas.microsoft.com/office/drawing/2014/main" id="{75061D3F-1530-D43C-CA30-233DB5B18C4B}"/>
              </a:ext>
            </a:extLst>
          </p:cNvPr>
          <p:cNvSpPr>
            <a:spLocks noGrp="1"/>
          </p:cNvSpPr>
          <p:nvPr>
            <p:ph type="subTitle" idx="1"/>
          </p:nvPr>
        </p:nvSpPr>
        <p:spPr/>
        <p:txBody>
          <a:bodyPr/>
          <a:lstStyle/>
          <a:p>
            <a:r>
              <a:rPr lang="en-US" dirty="0"/>
              <a:t>Best result and its pattern </a:t>
            </a:r>
          </a:p>
        </p:txBody>
      </p:sp>
    </p:spTree>
    <p:extLst>
      <p:ext uri="{BB962C8B-B14F-4D97-AF65-F5344CB8AC3E}">
        <p14:creationId xmlns:p14="http://schemas.microsoft.com/office/powerpoint/2010/main" val="39344046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1CCC3-2796-61EE-B1D0-96486D721D99}"/>
              </a:ext>
            </a:extLst>
          </p:cNvPr>
          <p:cNvSpPr>
            <a:spLocks noGrp="1"/>
          </p:cNvSpPr>
          <p:nvPr>
            <p:ph type="title"/>
          </p:nvPr>
        </p:nvSpPr>
        <p:spPr/>
        <p:txBody>
          <a:bodyPr/>
          <a:lstStyle/>
          <a:p>
            <a:r>
              <a:rPr lang="en-US" dirty="0"/>
              <a:t>ID should be correct</a:t>
            </a:r>
          </a:p>
        </p:txBody>
      </p:sp>
      <p:pic>
        <p:nvPicPr>
          <p:cNvPr id="5" name="Content Placeholder 4">
            <a:extLst>
              <a:ext uri="{FF2B5EF4-FFF2-40B4-BE49-F238E27FC236}">
                <a16:creationId xmlns:a16="http://schemas.microsoft.com/office/drawing/2014/main" id="{8965A359-0DC2-C5B8-BBE9-BAF1989DB2FE}"/>
              </a:ext>
            </a:extLst>
          </p:cNvPr>
          <p:cNvPicPr>
            <a:picLocks noGrp="1" noChangeAspect="1"/>
          </p:cNvPicPr>
          <p:nvPr>
            <p:ph idx="1"/>
          </p:nvPr>
        </p:nvPicPr>
        <p:blipFill>
          <a:blip r:embed="rId2"/>
          <a:stretch>
            <a:fillRect/>
          </a:stretch>
        </p:blipFill>
        <p:spPr>
          <a:xfrm>
            <a:off x="838200" y="1690688"/>
            <a:ext cx="3310405" cy="4351338"/>
          </a:xfrm>
        </p:spPr>
      </p:pic>
      <p:pic>
        <p:nvPicPr>
          <p:cNvPr id="7" name="Picture 6">
            <a:extLst>
              <a:ext uri="{FF2B5EF4-FFF2-40B4-BE49-F238E27FC236}">
                <a16:creationId xmlns:a16="http://schemas.microsoft.com/office/drawing/2014/main" id="{E09FCFB6-053E-3D0E-196D-F4CE2B503762}"/>
              </a:ext>
            </a:extLst>
          </p:cNvPr>
          <p:cNvPicPr>
            <a:picLocks noChangeAspect="1"/>
          </p:cNvPicPr>
          <p:nvPr/>
        </p:nvPicPr>
        <p:blipFill>
          <a:blip r:embed="rId3"/>
          <a:stretch>
            <a:fillRect/>
          </a:stretch>
        </p:blipFill>
        <p:spPr>
          <a:xfrm>
            <a:off x="6365000" y="484296"/>
            <a:ext cx="4456173" cy="2668807"/>
          </a:xfrm>
          <a:prstGeom prst="rect">
            <a:avLst/>
          </a:prstGeom>
        </p:spPr>
      </p:pic>
      <p:pic>
        <p:nvPicPr>
          <p:cNvPr id="9" name="Picture 8">
            <a:extLst>
              <a:ext uri="{FF2B5EF4-FFF2-40B4-BE49-F238E27FC236}">
                <a16:creationId xmlns:a16="http://schemas.microsoft.com/office/drawing/2014/main" id="{C18F0C15-822E-FFBC-4A49-47150F1EA982}"/>
              </a:ext>
            </a:extLst>
          </p:cNvPr>
          <p:cNvPicPr>
            <a:picLocks noChangeAspect="1"/>
          </p:cNvPicPr>
          <p:nvPr/>
        </p:nvPicPr>
        <p:blipFill>
          <a:blip r:embed="rId4"/>
          <a:stretch>
            <a:fillRect/>
          </a:stretch>
        </p:blipFill>
        <p:spPr>
          <a:xfrm>
            <a:off x="6447803" y="3272274"/>
            <a:ext cx="3610597" cy="3545606"/>
          </a:xfrm>
          <a:prstGeom prst="rect">
            <a:avLst/>
          </a:prstGeom>
        </p:spPr>
      </p:pic>
    </p:spTree>
    <p:extLst>
      <p:ext uri="{BB962C8B-B14F-4D97-AF65-F5344CB8AC3E}">
        <p14:creationId xmlns:p14="http://schemas.microsoft.com/office/powerpoint/2010/main" val="1473302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FA3CE-7149-B5F4-2766-22DAF26AB272}"/>
              </a:ext>
            </a:extLst>
          </p:cNvPr>
          <p:cNvSpPr>
            <a:spLocks noGrp="1"/>
          </p:cNvSpPr>
          <p:nvPr>
            <p:ph type="title"/>
          </p:nvPr>
        </p:nvSpPr>
        <p:spPr/>
        <p:txBody>
          <a:bodyPr/>
          <a:lstStyle/>
          <a:p>
            <a:r>
              <a:rPr lang="en-US" dirty="0"/>
              <a:t>CEA output </a:t>
            </a:r>
          </a:p>
        </p:txBody>
      </p:sp>
      <p:pic>
        <p:nvPicPr>
          <p:cNvPr id="5" name="Content Placeholder 4">
            <a:extLst>
              <a:ext uri="{FF2B5EF4-FFF2-40B4-BE49-F238E27FC236}">
                <a16:creationId xmlns:a16="http://schemas.microsoft.com/office/drawing/2014/main" id="{76BCFCE1-C3A6-582F-89D4-9A53A9186468}"/>
              </a:ext>
            </a:extLst>
          </p:cNvPr>
          <p:cNvPicPr>
            <a:picLocks noGrp="1" noChangeAspect="1"/>
          </p:cNvPicPr>
          <p:nvPr>
            <p:ph idx="1"/>
          </p:nvPr>
        </p:nvPicPr>
        <p:blipFill>
          <a:blip r:embed="rId2"/>
          <a:stretch>
            <a:fillRect/>
          </a:stretch>
        </p:blipFill>
        <p:spPr>
          <a:xfrm>
            <a:off x="6385036" y="126124"/>
            <a:ext cx="5684464" cy="6534797"/>
          </a:xfrm>
        </p:spPr>
      </p:pic>
      <p:pic>
        <p:nvPicPr>
          <p:cNvPr id="7" name="Picture 6">
            <a:extLst>
              <a:ext uri="{FF2B5EF4-FFF2-40B4-BE49-F238E27FC236}">
                <a16:creationId xmlns:a16="http://schemas.microsoft.com/office/drawing/2014/main" id="{99A1DA4F-0459-2664-F302-45F01AE4FD3A}"/>
              </a:ext>
            </a:extLst>
          </p:cNvPr>
          <p:cNvPicPr>
            <a:picLocks noChangeAspect="1"/>
          </p:cNvPicPr>
          <p:nvPr/>
        </p:nvPicPr>
        <p:blipFill>
          <a:blip r:embed="rId3"/>
          <a:stretch>
            <a:fillRect/>
          </a:stretch>
        </p:blipFill>
        <p:spPr>
          <a:xfrm>
            <a:off x="302885" y="2806262"/>
            <a:ext cx="6344365" cy="3210971"/>
          </a:xfrm>
          <a:prstGeom prst="rect">
            <a:avLst/>
          </a:prstGeom>
        </p:spPr>
      </p:pic>
    </p:spTree>
    <p:extLst>
      <p:ext uri="{BB962C8B-B14F-4D97-AF65-F5344CB8AC3E}">
        <p14:creationId xmlns:p14="http://schemas.microsoft.com/office/powerpoint/2010/main" val="5670605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25995-EDB4-7C8A-A680-F2D31D2383CF}"/>
              </a:ext>
            </a:extLst>
          </p:cNvPr>
          <p:cNvSpPr>
            <a:spLocks noGrp="1"/>
          </p:cNvSpPr>
          <p:nvPr>
            <p:ph type="title"/>
          </p:nvPr>
        </p:nvSpPr>
        <p:spPr/>
        <p:txBody>
          <a:bodyPr/>
          <a:lstStyle/>
          <a:p>
            <a:r>
              <a:rPr lang="en-US" dirty="0"/>
              <a:t>CEA </a:t>
            </a:r>
            <a:r>
              <a:rPr lang="en-US" altLang="zh-CN" dirty="0"/>
              <a:t>output </a:t>
            </a:r>
            <a:endParaRPr lang="en-US" dirty="0"/>
          </a:p>
        </p:txBody>
      </p:sp>
      <p:sp>
        <p:nvSpPr>
          <p:cNvPr id="3" name="Content Placeholder 2">
            <a:extLst>
              <a:ext uri="{FF2B5EF4-FFF2-40B4-BE49-F238E27FC236}">
                <a16:creationId xmlns:a16="http://schemas.microsoft.com/office/drawing/2014/main" id="{62275A9C-0FC2-B8BD-41BA-FC635656B65F}"/>
              </a:ext>
            </a:extLst>
          </p:cNvPr>
          <p:cNvSpPr>
            <a:spLocks noGrp="1"/>
          </p:cNvSpPr>
          <p:nvPr>
            <p:ph idx="1"/>
          </p:nvPr>
        </p:nvSpPr>
        <p:spPr/>
        <p:txBody>
          <a:bodyPr/>
          <a:lstStyle/>
          <a:p>
            <a:r>
              <a:rPr lang="en-US" dirty="0"/>
              <a:t>Pattern for unbounded: set other agents as 0</a:t>
            </a:r>
          </a:p>
        </p:txBody>
      </p:sp>
      <p:pic>
        <p:nvPicPr>
          <p:cNvPr id="4" name="Content Placeholder 4">
            <a:extLst>
              <a:ext uri="{FF2B5EF4-FFF2-40B4-BE49-F238E27FC236}">
                <a16:creationId xmlns:a16="http://schemas.microsoft.com/office/drawing/2014/main" id="{CD737B4F-F705-E5BA-1052-23F95EC7DCEF}"/>
              </a:ext>
            </a:extLst>
          </p:cNvPr>
          <p:cNvPicPr>
            <a:picLocks noChangeAspect="1"/>
          </p:cNvPicPr>
          <p:nvPr/>
        </p:nvPicPr>
        <p:blipFill>
          <a:blip r:embed="rId2"/>
          <a:stretch>
            <a:fillRect/>
          </a:stretch>
        </p:blipFill>
        <p:spPr>
          <a:xfrm>
            <a:off x="838200" y="2265681"/>
            <a:ext cx="10215354" cy="4493522"/>
          </a:xfrm>
          <a:prstGeom prst="rect">
            <a:avLst/>
          </a:prstGeom>
        </p:spPr>
      </p:pic>
    </p:spTree>
    <p:extLst>
      <p:ext uri="{BB962C8B-B14F-4D97-AF65-F5344CB8AC3E}">
        <p14:creationId xmlns:p14="http://schemas.microsoft.com/office/powerpoint/2010/main" val="42511440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6E087-1DC0-80F6-011F-0642C7F041CC}"/>
              </a:ext>
            </a:extLst>
          </p:cNvPr>
          <p:cNvSpPr>
            <a:spLocks noGrp="1"/>
          </p:cNvSpPr>
          <p:nvPr>
            <p:ph type="title"/>
          </p:nvPr>
        </p:nvSpPr>
        <p:spPr/>
        <p:txBody>
          <a:bodyPr/>
          <a:lstStyle/>
          <a:p>
            <a:r>
              <a:rPr lang="en-US" dirty="0"/>
              <a:t>CEA logic </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3A8F141-0FA1-5266-B979-1B56A0C9A248}"/>
                  </a:ext>
                </a:extLst>
              </p:cNvPr>
              <p:cNvSpPr>
                <a:spLocks noGrp="1"/>
              </p:cNvSpPr>
              <p:nvPr>
                <p:ph idx="1"/>
              </p:nvPr>
            </p:nvSpPr>
            <p:spPr/>
            <p:txBody>
              <a:bodyPr/>
              <a:lstStyle/>
              <a:p>
                <a14:m>
                  <m:oMath xmlns:m="http://schemas.openxmlformats.org/officeDocument/2006/math">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𝑖</m:t>
                        </m:r>
                      </m:sub>
                      <m:sup/>
                      <m:e>
                        <m:r>
                          <a:rPr lang="en-US" b="0" i="1" smtClean="0">
                            <a:latin typeface="Cambria Math" panose="02040503050406030204" pitchFamily="18" charset="0"/>
                          </a:rPr>
                          <m:t>𝑚𝑖𝑛</m:t>
                        </m:r>
                        <m:r>
                          <a:rPr lang="en-US" b="0" i="1" smtClean="0">
                            <a:latin typeface="Cambria Math" panose="02040503050406030204" pitchFamily="18" charset="0"/>
                          </a:rPr>
                          <m:t>(</m:t>
                        </m:r>
                      </m:e>
                    </m:nary>
                  </m:oMath>
                </a14:m>
                <a:r>
                  <a:rPr lang="en-US" b="0" dirty="0" err="1"/>
                  <a:t>ci,a</a:t>
                </a:r>
                <a:r>
                  <a:rPr lang="en-US" b="0" dirty="0"/>
                  <a:t>)=R We want a be as large as possible</a:t>
                </a:r>
              </a:p>
              <a:p>
                <a:r>
                  <a:rPr lang="en-US" dirty="0"/>
                  <a:t>When Ci &lt;a then agent who is satisfied will leave and a will be reallocated among the remaining agents</a:t>
                </a:r>
              </a:p>
              <a:p>
                <a:r>
                  <a:rPr lang="en-US" dirty="0"/>
                  <a:t>The purpose of CEA is to increase and let agents leave early so there is manipulation space in restricted and unbounded case</a:t>
                </a:r>
              </a:p>
              <a:p>
                <a:r>
                  <a:rPr lang="en-US" dirty="0"/>
                  <a:t>For restricted agent 0 is fixed and remaining agents have 59 choose 2 cases. I try each one by one and get the final result. </a:t>
                </a:r>
              </a:p>
              <a:p>
                <a:endParaRPr lang="en-US" b="0" dirty="0"/>
              </a:p>
            </p:txBody>
          </p:sp>
        </mc:Choice>
        <mc:Fallback>
          <p:sp>
            <p:nvSpPr>
              <p:cNvPr id="3" name="Content Placeholder 2">
                <a:extLst>
                  <a:ext uri="{FF2B5EF4-FFF2-40B4-BE49-F238E27FC236}">
                    <a16:creationId xmlns:a16="http://schemas.microsoft.com/office/drawing/2014/main" id="{F3A8F141-0FA1-5266-B979-1B56A0C9A248}"/>
                  </a:ext>
                </a:extLst>
              </p:cNvPr>
              <p:cNvSpPr>
                <a:spLocks noGrp="1" noRot="1" noChangeAspect="1" noMove="1" noResize="1" noEditPoints="1" noAdjustHandles="1" noChangeArrowheads="1" noChangeShapeType="1" noTextEdit="1"/>
              </p:cNvSpPr>
              <p:nvPr>
                <p:ph idx="1"/>
              </p:nvPr>
            </p:nvSpPr>
            <p:spPr>
              <a:blipFill>
                <a:blip r:embed="rId2"/>
                <a:stretch>
                  <a:fillRect l="-1043" t="-2241" r="-406"/>
                </a:stretch>
              </a:blipFill>
            </p:spPr>
            <p:txBody>
              <a:bodyPr/>
              <a:lstStyle/>
              <a:p>
                <a:r>
                  <a:rPr lang="en-US">
                    <a:noFill/>
                  </a:rPr>
                  <a:t> </a:t>
                </a:r>
              </a:p>
            </p:txBody>
          </p:sp>
        </mc:Fallback>
      </mc:AlternateContent>
    </p:spTree>
    <p:extLst>
      <p:ext uri="{BB962C8B-B14F-4D97-AF65-F5344CB8AC3E}">
        <p14:creationId xmlns:p14="http://schemas.microsoft.com/office/powerpoint/2010/main" val="29319798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77BCB-3339-B17C-3DFB-08C240437EAC}"/>
              </a:ext>
            </a:extLst>
          </p:cNvPr>
          <p:cNvSpPr>
            <a:spLocks noGrp="1"/>
          </p:cNvSpPr>
          <p:nvPr>
            <p:ph type="title"/>
          </p:nvPr>
        </p:nvSpPr>
        <p:spPr/>
        <p:txBody>
          <a:bodyPr/>
          <a:lstStyle/>
          <a:p>
            <a:r>
              <a:rPr lang="en-US" dirty="0"/>
              <a:t>For restricted and unbounded</a:t>
            </a:r>
          </a:p>
        </p:txBody>
      </p:sp>
      <p:sp>
        <p:nvSpPr>
          <p:cNvPr id="3" name="Content Placeholder 2">
            <a:extLst>
              <a:ext uri="{FF2B5EF4-FFF2-40B4-BE49-F238E27FC236}">
                <a16:creationId xmlns:a16="http://schemas.microsoft.com/office/drawing/2014/main" id="{1A1D5190-4C1B-3D82-F008-930238F0A000}"/>
              </a:ext>
            </a:extLst>
          </p:cNvPr>
          <p:cNvSpPr>
            <a:spLocks noGrp="1"/>
          </p:cNvSpPr>
          <p:nvPr>
            <p:ph idx="1"/>
          </p:nvPr>
        </p:nvSpPr>
        <p:spPr/>
        <p:txBody>
          <a:bodyPr/>
          <a:lstStyle/>
          <a:p>
            <a:r>
              <a:rPr lang="en-US" dirty="0"/>
              <a:t>For </a:t>
            </a:r>
            <a:r>
              <a:rPr lang="en-US" altLang="zh-CN" dirty="0"/>
              <a:t>unbounded, </a:t>
            </a:r>
            <a:r>
              <a:rPr lang="en-US" dirty="0"/>
              <a:t>manipulation is more powerful because he can freely reduce other agents' claims drastically. This causes them to drop out immediately at very low cap levels, thus significantly increasing the share of resources left to distribute among the fewer remaining agents. </a:t>
            </a:r>
          </a:p>
          <a:p>
            <a:r>
              <a:rPr lang="en-US" dirty="0"/>
              <a:t>While restricted case can still reduce the claims of some agents, he can cause certain agents to have lower claims. Agents with lower claims "drop out" earlier</a:t>
            </a:r>
          </a:p>
        </p:txBody>
      </p:sp>
    </p:spTree>
    <p:extLst>
      <p:ext uri="{BB962C8B-B14F-4D97-AF65-F5344CB8AC3E}">
        <p14:creationId xmlns:p14="http://schemas.microsoft.com/office/powerpoint/2010/main" val="8449471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B768A-283C-1CE9-FEF4-0CFA23F4B9A0}"/>
              </a:ext>
            </a:extLst>
          </p:cNvPr>
          <p:cNvSpPr>
            <a:spLocks noGrp="1"/>
          </p:cNvSpPr>
          <p:nvPr>
            <p:ph type="title"/>
          </p:nvPr>
        </p:nvSpPr>
        <p:spPr>
          <a:xfrm>
            <a:off x="838200" y="365125"/>
            <a:ext cx="11628120" cy="1325563"/>
          </a:xfrm>
        </p:spPr>
        <p:txBody>
          <a:bodyPr/>
          <a:lstStyle/>
          <a:p>
            <a:r>
              <a:rPr lang="en-US" dirty="0"/>
              <a:t>CEL: Why Cannot Improve the Allocation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A1730B4-FC90-6679-CBF6-139163A6FFEF}"/>
                  </a:ext>
                </a:extLst>
              </p:cNvPr>
              <p:cNvSpPr>
                <a:spLocks noGrp="1"/>
              </p:cNvSpPr>
              <p:nvPr>
                <p:ph idx="1"/>
              </p:nvPr>
            </p:nvSpPr>
            <p:spPr/>
            <p:txBody>
              <a:bodyPr/>
              <a:lstStyle/>
              <a:p>
                <a14:m>
                  <m:oMath xmlns:m="http://schemas.openxmlformats.org/officeDocument/2006/math">
                    <m:nary>
                      <m:naryPr>
                        <m:chr m:val="∑"/>
                        <m:supHide m:val="on"/>
                        <m:ctrlPr>
                          <a:rPr lang="en-US" i="1" smtClean="0">
                            <a:latin typeface="Cambria Math" panose="02040503050406030204" pitchFamily="18" charset="0"/>
                          </a:rPr>
                        </m:ctrlPr>
                      </m:naryPr>
                      <m:sub>
                        <m:r>
                          <m:rPr>
                            <m:brk m:alnAt="7"/>
                          </m:rPr>
                          <a:rPr lang="en-US" b="0" i="1" smtClean="0">
                            <a:latin typeface="Cambria Math" panose="02040503050406030204" pitchFamily="18" charset="0"/>
                          </a:rPr>
                          <m:t>𝑖</m:t>
                        </m:r>
                      </m:sub>
                      <m:sup/>
                      <m:e>
                        <m:r>
                          <a:rPr lang="en-US" b="0" i="1" smtClean="0">
                            <a:latin typeface="Cambria Math" panose="02040503050406030204" pitchFamily="18" charset="0"/>
                          </a:rPr>
                          <m:t>𝑚</m:t>
                        </m:r>
                        <m:r>
                          <a:rPr lang="en-US" b="0" i="1" smtClean="0">
                            <a:latin typeface="Cambria Math" panose="02040503050406030204" pitchFamily="18" charset="0"/>
                          </a:rPr>
                          <m:t>𝑎𝑥</m:t>
                        </m:r>
                        <m:r>
                          <a:rPr lang="en-US" b="0" i="1" smtClean="0">
                            <a:latin typeface="Cambria Math" panose="02040503050406030204" pitchFamily="18" charset="0"/>
                          </a:rPr>
                          <m:t>(</m:t>
                        </m:r>
                      </m:e>
                    </m:nary>
                  </m:oMath>
                </a14:m>
                <a:r>
                  <a:rPr lang="en-US" dirty="0"/>
                  <a:t>ci-a,0)=R We want a be as small as possible</a:t>
                </a:r>
              </a:p>
              <a:p>
                <a:r>
                  <a:rPr lang="en-US" dirty="0"/>
                  <a:t>To increase agent 0’s allocation, you would ideally want to lower a, making net allocation c0−a larger.</a:t>
                </a:r>
              </a:p>
              <a:p>
                <a:r>
                  <a:rPr lang="en-US" dirty="0"/>
                  <a:t>However, there‘s a  lower bound for a: </a:t>
                </a:r>
                <a14:m>
                  <m:oMath xmlns:m="http://schemas.openxmlformats.org/officeDocument/2006/math">
                    <m:nary>
                      <m:naryPr>
                        <m:chr m:val="∑"/>
                        <m:supHide m:val="on"/>
                        <m:ctrlPr>
                          <a:rPr lang="en-US" i="1" smtClean="0">
                            <a:latin typeface="Cambria Math" panose="02040503050406030204" pitchFamily="18" charset="0"/>
                          </a:rPr>
                        </m:ctrlPr>
                      </m:naryPr>
                      <m:sub>
                        <m:r>
                          <m:rPr>
                            <m:brk m:alnAt="7"/>
                          </m:rPr>
                          <a:rPr lang="en-US" b="0" i="1" smtClean="0">
                            <a:latin typeface="Cambria Math" panose="02040503050406030204" pitchFamily="18" charset="0"/>
                          </a:rPr>
                          <m:t>𝑖</m:t>
                        </m:r>
                      </m:sub>
                      <m:sup/>
                      <m:e>
                        <m:r>
                          <a:rPr lang="en-US" b="0" i="1" smtClean="0">
                            <a:latin typeface="Cambria Math" panose="02040503050406030204" pitchFamily="18" charset="0"/>
                          </a:rPr>
                          <m:t>(</m:t>
                        </m:r>
                      </m:e>
                    </m:nary>
                  </m:oMath>
                </a14:m>
                <a:r>
                  <a:rPr lang="en-US" dirty="0"/>
                  <a:t>ci-R)/ n=a   (100-70)/4=7.5</a:t>
                </a:r>
              </a:p>
              <a:p>
                <a:r>
                  <a:rPr lang="en-US" dirty="0"/>
                  <a:t>If any agent's claim is set to 0 (or any value below this minimum a), the active agent count reduces, increasing rather than decreasing the denominator in the CEL formula, hence pushing “a” upward</a:t>
                </a:r>
              </a:p>
              <a:p>
                <a:r>
                  <a:rPr lang="en-US" dirty="0"/>
                  <a:t>(0.4,0.6,0,0)– (100-70)/2=15 40-15=25&lt;32.5</a:t>
                </a:r>
              </a:p>
              <a:p>
                <a:endParaRPr lang="en-US" dirty="0"/>
              </a:p>
              <a:p>
                <a:endParaRPr lang="en-US" dirty="0"/>
              </a:p>
              <a:p>
                <a:endParaRPr lang="en-US" b="0" dirty="0"/>
              </a:p>
              <a:p>
                <a:endParaRPr lang="en-US" dirty="0"/>
              </a:p>
            </p:txBody>
          </p:sp>
        </mc:Choice>
        <mc:Fallback>
          <p:sp>
            <p:nvSpPr>
              <p:cNvPr id="3" name="Content Placeholder 2">
                <a:extLst>
                  <a:ext uri="{FF2B5EF4-FFF2-40B4-BE49-F238E27FC236}">
                    <a16:creationId xmlns:a16="http://schemas.microsoft.com/office/drawing/2014/main" id="{4A1730B4-FC90-6679-CBF6-139163A6FFEF}"/>
                  </a:ext>
                </a:extLst>
              </p:cNvPr>
              <p:cNvSpPr>
                <a:spLocks noGrp="1" noRot="1" noChangeAspect="1" noMove="1" noResize="1" noEditPoints="1" noAdjustHandles="1" noChangeArrowheads="1" noChangeShapeType="1" noTextEdit="1"/>
              </p:cNvSpPr>
              <p:nvPr>
                <p:ph idx="1"/>
              </p:nvPr>
            </p:nvSpPr>
            <p:spPr>
              <a:blipFill>
                <a:blip r:embed="rId2"/>
                <a:stretch>
                  <a:fillRect l="-1043" t="-2241" r="-754"/>
                </a:stretch>
              </a:blipFill>
            </p:spPr>
            <p:txBody>
              <a:bodyPr/>
              <a:lstStyle/>
              <a:p>
                <a:r>
                  <a:rPr lang="en-US">
                    <a:noFill/>
                  </a:rPr>
                  <a:t> </a:t>
                </a:r>
              </a:p>
            </p:txBody>
          </p:sp>
        </mc:Fallback>
      </mc:AlternateContent>
    </p:spTree>
    <p:extLst>
      <p:ext uri="{BB962C8B-B14F-4D97-AF65-F5344CB8AC3E}">
        <p14:creationId xmlns:p14="http://schemas.microsoft.com/office/powerpoint/2010/main" val="38052400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5F4B3-7284-6360-CB5F-F61E49337560}"/>
              </a:ext>
            </a:extLst>
          </p:cNvPr>
          <p:cNvSpPr>
            <a:spLocks noGrp="1"/>
          </p:cNvSpPr>
          <p:nvPr>
            <p:ph type="title"/>
          </p:nvPr>
        </p:nvSpPr>
        <p:spPr/>
        <p:txBody>
          <a:bodyPr/>
          <a:lstStyle/>
          <a:p>
            <a:r>
              <a:rPr lang="en-US" dirty="0"/>
              <a:t>Output for CEL</a:t>
            </a:r>
          </a:p>
        </p:txBody>
      </p:sp>
      <p:pic>
        <p:nvPicPr>
          <p:cNvPr id="5" name="Content Placeholder 4">
            <a:extLst>
              <a:ext uri="{FF2B5EF4-FFF2-40B4-BE49-F238E27FC236}">
                <a16:creationId xmlns:a16="http://schemas.microsoft.com/office/drawing/2014/main" id="{90B55440-15DB-B45D-A6AA-6B171A16B936}"/>
              </a:ext>
            </a:extLst>
          </p:cNvPr>
          <p:cNvPicPr>
            <a:picLocks noGrp="1" noChangeAspect="1"/>
          </p:cNvPicPr>
          <p:nvPr>
            <p:ph idx="1"/>
          </p:nvPr>
        </p:nvPicPr>
        <p:blipFill>
          <a:blip r:embed="rId2"/>
          <a:stretch>
            <a:fillRect/>
          </a:stretch>
        </p:blipFill>
        <p:spPr>
          <a:xfrm>
            <a:off x="7315200" y="-3186"/>
            <a:ext cx="4775159" cy="6861186"/>
          </a:xfrm>
        </p:spPr>
      </p:pic>
      <p:pic>
        <p:nvPicPr>
          <p:cNvPr id="7" name="Picture 6">
            <a:extLst>
              <a:ext uri="{FF2B5EF4-FFF2-40B4-BE49-F238E27FC236}">
                <a16:creationId xmlns:a16="http://schemas.microsoft.com/office/drawing/2014/main" id="{E35A2AE6-C94E-29C3-5E88-CB304AA15CAD}"/>
              </a:ext>
            </a:extLst>
          </p:cNvPr>
          <p:cNvPicPr>
            <a:picLocks noChangeAspect="1"/>
          </p:cNvPicPr>
          <p:nvPr/>
        </p:nvPicPr>
        <p:blipFill>
          <a:blip r:embed="rId3"/>
          <a:stretch>
            <a:fillRect/>
          </a:stretch>
        </p:blipFill>
        <p:spPr>
          <a:xfrm>
            <a:off x="0" y="2171615"/>
            <a:ext cx="7315200" cy="3823102"/>
          </a:xfrm>
          <a:prstGeom prst="rect">
            <a:avLst/>
          </a:prstGeom>
        </p:spPr>
      </p:pic>
    </p:spTree>
    <p:extLst>
      <p:ext uri="{BB962C8B-B14F-4D97-AF65-F5344CB8AC3E}">
        <p14:creationId xmlns:p14="http://schemas.microsoft.com/office/powerpoint/2010/main" val="21107089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CB0AC-27F1-F5C0-7099-09AC7B5BA54A}"/>
              </a:ext>
            </a:extLst>
          </p:cNvPr>
          <p:cNvSpPr>
            <a:spLocks noGrp="1"/>
          </p:cNvSpPr>
          <p:nvPr>
            <p:ph type="title"/>
          </p:nvPr>
        </p:nvSpPr>
        <p:spPr/>
        <p:txBody>
          <a:bodyPr/>
          <a:lstStyle/>
          <a:p>
            <a:r>
              <a:rPr lang="en-US" dirty="0"/>
              <a:t>CEL output </a:t>
            </a:r>
          </a:p>
        </p:txBody>
      </p:sp>
      <p:sp>
        <p:nvSpPr>
          <p:cNvPr id="3" name="Content Placeholder 2">
            <a:extLst>
              <a:ext uri="{FF2B5EF4-FFF2-40B4-BE49-F238E27FC236}">
                <a16:creationId xmlns:a16="http://schemas.microsoft.com/office/drawing/2014/main" id="{457A97DB-271A-03E3-2C6A-FF70F9AAB803}"/>
              </a:ext>
            </a:extLst>
          </p:cNvPr>
          <p:cNvSpPr>
            <a:spLocks noGrp="1"/>
          </p:cNvSpPr>
          <p:nvPr>
            <p:ph idx="1"/>
          </p:nvPr>
        </p:nvSpPr>
        <p:spPr/>
        <p:txBody>
          <a:bodyPr/>
          <a:lstStyle/>
          <a:p>
            <a:r>
              <a:rPr lang="en-US" dirty="0"/>
              <a:t>Why here set 0.08 as it greater than 0.075. Keep all agents active</a:t>
            </a:r>
          </a:p>
        </p:txBody>
      </p:sp>
      <p:pic>
        <p:nvPicPr>
          <p:cNvPr id="5" name="Picture 4">
            <a:extLst>
              <a:ext uri="{FF2B5EF4-FFF2-40B4-BE49-F238E27FC236}">
                <a16:creationId xmlns:a16="http://schemas.microsoft.com/office/drawing/2014/main" id="{836EA6DC-8073-0AFE-8A71-2715DAF38031}"/>
              </a:ext>
            </a:extLst>
          </p:cNvPr>
          <p:cNvPicPr>
            <a:picLocks noChangeAspect="1"/>
          </p:cNvPicPr>
          <p:nvPr/>
        </p:nvPicPr>
        <p:blipFill>
          <a:blip r:embed="rId2"/>
          <a:stretch>
            <a:fillRect/>
          </a:stretch>
        </p:blipFill>
        <p:spPr>
          <a:xfrm>
            <a:off x="680720" y="2263748"/>
            <a:ext cx="9773920" cy="4594252"/>
          </a:xfrm>
          <a:prstGeom prst="rect">
            <a:avLst/>
          </a:prstGeom>
        </p:spPr>
      </p:pic>
    </p:spTree>
    <p:extLst>
      <p:ext uri="{BB962C8B-B14F-4D97-AF65-F5344CB8AC3E}">
        <p14:creationId xmlns:p14="http://schemas.microsoft.com/office/powerpoint/2010/main" val="2683826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34A56-22BC-08C3-9DE7-8B835CB72DE1}"/>
              </a:ext>
            </a:extLst>
          </p:cNvPr>
          <p:cNvSpPr>
            <a:spLocks noGrp="1"/>
          </p:cNvSpPr>
          <p:nvPr>
            <p:ph type="title"/>
          </p:nvPr>
        </p:nvSpPr>
        <p:spPr/>
        <p:txBody>
          <a:bodyPr/>
          <a:lstStyle/>
          <a:p>
            <a:r>
              <a:rPr lang="en-US" dirty="0"/>
              <a:t>CEL other cases</a:t>
            </a:r>
          </a:p>
        </p:txBody>
      </p:sp>
      <p:sp>
        <p:nvSpPr>
          <p:cNvPr id="3" name="Content Placeholder 2">
            <a:extLst>
              <a:ext uri="{FF2B5EF4-FFF2-40B4-BE49-F238E27FC236}">
                <a16:creationId xmlns:a16="http://schemas.microsoft.com/office/drawing/2014/main" id="{926CC015-5995-83CF-0BD9-A7400A075490}"/>
              </a:ext>
            </a:extLst>
          </p:cNvPr>
          <p:cNvSpPr>
            <a:spLocks noGrp="1"/>
          </p:cNvSpPr>
          <p:nvPr>
            <p:ph idx="1"/>
          </p:nvPr>
        </p:nvSpPr>
        <p:spPr/>
        <p:txBody>
          <a:bodyPr/>
          <a:lstStyle/>
          <a:p>
            <a:r>
              <a:rPr lang="en-US" dirty="0"/>
              <a:t>Does not matter as long as all agents greater than 0.075</a:t>
            </a:r>
          </a:p>
          <a:p>
            <a:r>
              <a:rPr lang="en-US" dirty="0"/>
              <a:t> restricted (0.40, 0.2275, 0.1525, 0.22)VS </a:t>
            </a:r>
            <a:r>
              <a:rPr lang="en-US" altLang="zh-CN" dirty="0"/>
              <a:t>unbounded</a:t>
            </a:r>
            <a:r>
              <a:rPr lang="en-US" dirty="0"/>
              <a:t> (0.40, 0.08, 0.08, 0.44). Should be same result. </a:t>
            </a:r>
          </a:p>
          <a:p>
            <a:endParaRPr lang="en-US" dirty="0"/>
          </a:p>
        </p:txBody>
      </p:sp>
      <p:pic>
        <p:nvPicPr>
          <p:cNvPr id="7" name="Picture 6">
            <a:extLst>
              <a:ext uri="{FF2B5EF4-FFF2-40B4-BE49-F238E27FC236}">
                <a16:creationId xmlns:a16="http://schemas.microsoft.com/office/drawing/2014/main" id="{F281FAC9-15BE-572F-3F53-3ECBADE8BD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8340" y="3352678"/>
            <a:ext cx="6254562" cy="3324982"/>
          </a:xfrm>
          <a:prstGeom prst="rect">
            <a:avLst/>
          </a:prstGeom>
        </p:spPr>
      </p:pic>
    </p:spTree>
    <p:extLst>
      <p:ext uri="{BB962C8B-B14F-4D97-AF65-F5344CB8AC3E}">
        <p14:creationId xmlns:p14="http://schemas.microsoft.com/office/powerpoint/2010/main" val="3580880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130</TotalTime>
  <Words>364</Words>
  <Application>Microsoft Office PowerPoint</Application>
  <PresentationFormat>Widescreen</PresentationFormat>
  <Paragraphs>28</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Cambria Math</vt:lpstr>
      <vt:lpstr>Office Theme</vt:lpstr>
      <vt:lpstr>CEL and CEA </vt:lpstr>
      <vt:lpstr>ID should be correct</vt:lpstr>
      <vt:lpstr>CEA output </vt:lpstr>
      <vt:lpstr>CEA output </vt:lpstr>
      <vt:lpstr>CEA logic </vt:lpstr>
      <vt:lpstr>For restricted and unbounded</vt:lpstr>
      <vt:lpstr>CEL: Why Cannot Improve the Allocation</vt:lpstr>
      <vt:lpstr>Output for CEL</vt:lpstr>
      <vt:lpstr>CEL output </vt:lpstr>
      <vt:lpstr>CEL other cases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yc wang</dc:creator>
  <cp:lastModifiedBy>yc wang</cp:lastModifiedBy>
  <cp:revision>1</cp:revision>
  <dcterms:created xsi:type="dcterms:W3CDTF">2025-07-03T03:57:44Z</dcterms:created>
  <dcterms:modified xsi:type="dcterms:W3CDTF">2025-07-03T06:08:17Z</dcterms:modified>
</cp:coreProperties>
</file>