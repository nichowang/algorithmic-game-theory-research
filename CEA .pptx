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D8DC-8E06-6EBF-466E-EA99D9F6A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2D89A-FD09-3E70-67E6-9BA3DA67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B507C-4547-4378-7BD1-0F82ABE47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FF66-6116-4EC3-8F05-B58A3CCDC53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B148C-2B30-50BA-8F5E-434FD4F0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1774D-1804-9561-7CB5-9CD7B276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31137-294C-40FD-B6DD-425D69B38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43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2EA04-81E2-0364-0B70-CAC76B5E4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64D0E-93EF-DD59-8EE6-D7049B8CD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FC0A2-0F55-608A-C560-517EC205D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FF66-6116-4EC3-8F05-B58A3CCDC53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9D889-05AA-3BB9-AABF-6A15B9FA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C873C-CE42-8897-0D5A-F4AD87B8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31137-294C-40FD-B6DD-425D69B38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92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306E8-3E17-1187-EF75-376A41AB4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65A57-81D4-6836-3A64-465AC440E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4E979-FA4F-60C7-B3D4-5787CD18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FF66-6116-4EC3-8F05-B58A3CCDC53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1D4CC-7274-29DB-97FE-535BE2262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E0BF-DAA7-220E-A610-A073B8A14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31137-294C-40FD-B6DD-425D69B38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254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36CC-AC22-0944-F83F-151D8740E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76A5B-F692-92D2-CDA5-D83BECEC3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476BA-B436-1FC0-9EBE-0BB4EA41B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FEFEA-B4D0-BB92-33B8-179EEFBCC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FF66-6116-4EC3-8F05-B58A3CCDC53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02EA8-E7EF-8342-A836-E3FF25455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046C7-C8DE-AD13-2EF4-F9A457C4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31137-294C-40FD-B6DD-425D69B38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61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87FD1-7C2D-F4C7-768C-2160E6C5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E0FFA-EC26-FA4A-F498-2A1A43828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A471F-F774-CDF3-4C9F-4124C65C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39246-7942-979B-F833-BA57281DE0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F38615-986D-4F06-EA04-1A776A198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889B3C-7599-01B3-A12B-EAF9713B6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FF66-6116-4EC3-8F05-B58A3CCDC53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2F2AB5-FAF4-5589-79BD-DDEF0AEAD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AA5A49-8BFB-63EC-5B47-6B2F26C9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31137-294C-40FD-B6DD-425D69B38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61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67F7A-6B4B-A875-966B-FEC5005A5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47D14B-739A-2A2D-E855-9CCD3BD2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FF66-6116-4EC3-8F05-B58A3CCDC53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E2C36-D626-6B6C-D6F8-54CD84DF9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E5217-A18F-9160-CEF0-2ED26C48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31137-294C-40FD-B6DD-425D69B38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96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26C5BE-A8E8-EE84-8060-2E4A6FA4E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FF66-6116-4EC3-8F05-B58A3CCDC53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D6E155-3EA1-AE40-399B-2B43D422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F645C-4A0C-EF26-610E-AC63A875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31137-294C-40FD-B6DD-425D69B38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08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516F-ED1C-B9DB-749F-1D3FFA78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1262C-E89F-0704-22F8-17810F234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82F37-428B-88A8-B78B-BD34B13E0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DCB1B-DE5E-F06B-6A8A-6895084B3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FF66-6116-4EC3-8F05-B58A3CCDC53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72C77-2724-DE96-87C7-D2223F3A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D8413-8C57-EE23-5DDF-1A869C02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31137-294C-40FD-B6DD-425D69B38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7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0044F-29A5-2048-5F58-A2C2C54A8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006A1E-8D80-9E76-14FA-85B4A2B564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5536B-88CE-3D65-7C4B-5C58D6950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14FF5-3E7E-2DA5-1919-86890AA1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FF66-6116-4EC3-8F05-B58A3CCDC53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70097-C2CF-69DB-EF44-DCBEE333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98F5A-7215-87E1-6782-90F7113C3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31137-294C-40FD-B6DD-425D69B38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32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39A87-C701-D3CB-A04F-278266AF8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71117-A994-D0EA-C35C-D701CC394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00067-72B5-8698-D3C9-56A274BA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FF66-6116-4EC3-8F05-B58A3CCDC53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A5D1F-1F1D-258D-C4C6-CDB114ED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5FEE2-A272-75D6-35A7-3533A518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31137-294C-40FD-B6DD-425D69B38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57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0F48DB-92C0-D39C-F89D-DEFB52388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65D4D-B0C7-8E90-BC50-C6879F2FD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B55F9-853D-A7ED-5B0D-D78D37B2B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FF66-6116-4EC3-8F05-B58A3CCDC53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C75EC-5E2C-D85B-2234-AFAB55620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DF415-1261-DE74-3236-ACF6A03E3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31137-294C-40FD-B6DD-425D69B38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93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026939-B136-6DB2-C9E9-40B925166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AC09A-12E3-E19E-49FE-D44C822DF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2CCB4-0CF6-4173-7D40-CCF1BE4176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4FF66-6116-4EC3-8F05-B58A3CCDC53A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F6B55-EF1A-9BF3-BE7A-301B6C034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4597B-347C-C9F3-DAC6-4519B2C2F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31137-294C-40FD-B6DD-425D69B385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05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F63B0-0898-8DC2-A39F-6F773709D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12544-54D9-93B4-A8AC-665AA0FB3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3C6E1A-BE6D-EC31-A866-378BA0BC1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536" y="773557"/>
            <a:ext cx="9109841" cy="625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6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49F91-9846-0893-142E-2C1D61C1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6E864-0CDC-A2A7-5D78-4C4FE5FF5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9C678D-ADA7-1D71-485C-B4D411A26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585" y="929450"/>
            <a:ext cx="8859071" cy="614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4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042D3-2E29-C2A2-FBA7-D69158A9B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354E6AE-4F24-6B41-A61B-9FCC71F987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A4E7864-CAC5-EDCE-6257-C3BA2D79DF6B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88C657-D11D-8A45-E0CD-BF10F05F7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297" y="-221041"/>
            <a:ext cx="5700712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80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39CC9-0852-4AC9-A51C-7F0B6D09B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3E581-C229-8E77-C07D-E4C774EF1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843DE-3EC2-86EB-9BA3-2AB11F699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DFDEA-28AA-D91D-649D-ECC8ED16A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47625"/>
            <a:ext cx="8963025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945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915C8-8621-C415-B024-9D2ABBCDD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3FA9-AAA1-69E4-66BB-8A461AF80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B3789-F2F8-A89C-6E13-F3F1109FB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723E1B-69F3-0A33-045A-84D621B55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704" y="725424"/>
            <a:ext cx="5413375" cy="685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4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31520-9C13-1ABC-E0B6-6483807AE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090E3-5FEC-23B4-4671-49BD380F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699CC-F09E-01D9-214C-A2425B88A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054F7-CBFB-9CA2-5E19-524B5CC4A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-481246"/>
            <a:ext cx="5915025" cy="677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39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F7E8C-90BE-2AAE-9104-EDD6CF74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9019-900C-C1DE-3344-7FD90E5D7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8F9CFE-9835-6716-ADD1-2A24E70CD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63" y="2627312"/>
            <a:ext cx="11175050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788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16C23-CEEA-903E-2509-5489341E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08D8A-5B75-77B9-F278-416CE5123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85AAF3-D66A-104F-4963-AA377F47E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7" y="1814512"/>
            <a:ext cx="1075372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28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yc wang</dc:creator>
  <cp:lastModifiedBy>yc wang</cp:lastModifiedBy>
  <cp:revision>1</cp:revision>
  <dcterms:created xsi:type="dcterms:W3CDTF">2025-07-17T15:56:43Z</dcterms:created>
  <dcterms:modified xsi:type="dcterms:W3CDTF">2025-07-17T20:26:39Z</dcterms:modified>
</cp:coreProperties>
</file>