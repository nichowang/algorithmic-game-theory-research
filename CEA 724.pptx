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6" r:id="rId3"/>
    <p:sldId id="267" r:id="rId4"/>
    <p:sldId id="258" r:id="rId5"/>
    <p:sldId id="257" r:id="rId6"/>
    <p:sldId id="260" r:id="rId7"/>
    <p:sldId id="259" r:id="rId8"/>
    <p:sldId id="262" r:id="rId9"/>
    <p:sldId id="26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6C37-8FE5-086E-0401-6D48DB145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38A06-DF12-F645-4352-DB9C180FF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05D4D-CE78-5EC1-7FB2-E1F96EE3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49E6-1C46-F216-59E3-592E57C7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C6EE-D86C-EC9A-418B-5714056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9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5461-B28D-E601-9601-F0E43B3F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15CAF-DB93-B574-C1E4-27FEE6C6C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8E5CB-0EC4-2C75-8369-2E2C1AC8A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40244-6A8A-C183-B7BD-9A6B1847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3F265-A52E-A643-A645-C56C3E22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7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19A2-1790-064D-6876-BCB72425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944EA-317F-F7BF-60B3-51892550B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5B1C-D506-C974-3C1A-66CAA82D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6ED1F-9C79-651D-94B5-4709F9F2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823DE-1C6B-D62A-88BA-F347FDFD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6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715B-B763-4AD7-95A3-037DDC94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48DF-7F4C-5A92-8562-4594DEE7F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0EAD4-1937-7ACB-54C2-0B25FBC84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5DC1D-CFFF-17B6-EEED-CE4F8FE4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0A7F4-8DA4-7F60-89B4-56AEE46E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FF66A-410F-E921-83F7-777EEDD9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7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AAA7-0686-A8B0-B9DB-CBE46114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61C7-E72B-8A5C-E48E-A7069C47F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D8641-E008-4B6B-FC6A-5022B985C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27D2F-8B35-9744-EB08-8478DC250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C4E92-62E3-2A39-AF14-B8421274F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8771A-A959-0D20-47FA-E5AC53DE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D8384-3941-98E6-B768-D4BA0B2A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36ADC-5F8B-BA31-F529-14377A21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8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78F9-DD5F-0333-4D60-05040D53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3753B-62C7-7287-01D4-73787A30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9A5D7-1A52-9B87-E7E2-298648C5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5912E-36C9-F8DE-E193-2124EE95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FD9AF-0668-FBAF-B1F6-62D00D34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6BFCC-04BB-32B6-DC34-E25CAF5C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DA69-BF6C-A3F7-BCE7-A1083E5C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1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9244-56BF-C843-42DB-85D0E419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B502-8CF5-1DD0-B4A1-1D3A3426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A2525-8345-4C34-9CCC-8E79EDC6D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211C1-0E2D-B24C-D70B-349BC152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6D4F3-E2B4-6ED1-F08A-04E28DEA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5D700-B013-9721-644F-491AC1BC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2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0783-C0D6-1E0A-C130-85E740812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0BC64-371D-AF7E-65DF-98A4EDA8C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CB5E-E409-22A4-D0B4-FD2A91E9F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17DBE-84C6-8E16-BDD6-9DB74CED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4F4AA-A448-963C-D86A-F544297F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30112-B81B-CAD9-A302-C1D914E6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1A12-0975-DD71-BD7C-B1C23D6B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CCAC6-84A2-7B84-E378-520FC9E1D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B553C-6491-9FBE-0720-6C69CCA4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32847-D405-B661-56D9-4F1380F7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07DC2-3418-8BCB-1CED-7EBD62E5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9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331A6-2EC8-E4B5-D052-D8CA27E4F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88664-7E51-8B7E-703D-6E9E48101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80DEC-B6F3-059F-E990-4259A2CB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DF962-644B-9AAA-E2E8-7BB68114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B29F-C16B-EFB5-5E05-B20F9C3F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C29BF-EEDE-4691-563B-C3805500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47940-5EFE-F9B8-8B0A-E9D7804F0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99EDA-1C95-422B-0E08-94E965D8C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4A62-54BA-49A7-8DA5-8F8E0360C68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BA4C7-2385-E8D6-9188-207DC3F19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C7D9-B067-57F3-B0F6-80820E392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2A770-E1D4-4F90-8451-A3743E449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3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6AA9-6420-F03B-7F99-8B261A8E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7209-6FE5-4D4C-CD6A-FEE2E8A1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E=10 too small no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8217-3044-49DC-8D70-704E2EC57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EABB3-EABA-A9FB-82E2-6E98A467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70" y="1825625"/>
            <a:ext cx="3095238" cy="28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7C4801-B98A-4743-B6CE-E48EBCE7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86" y="1706928"/>
            <a:ext cx="7766440" cy="45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7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CC11-96A7-FEE5-646A-EA3453D4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0.01 column prediction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145A2-6146-2E09-F4BF-7DB74E6BB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Predict-0.01 code is designed for fast strategic insight: it estimates the optimal number of opponents (denoted k) a manipulator should reduce to a minimum report value (e.g., 0.01) in order to maximize their own award under the CEA mechanism. It systematically enumerates all combinations of k floored agents (from 1 to n−2), and distributes the remaining probability mass among the unfloored opponents proportionally to their original share.</a:t>
            </a:r>
          </a:p>
        </p:txBody>
      </p:sp>
    </p:spTree>
    <p:extLst>
      <p:ext uri="{BB962C8B-B14F-4D97-AF65-F5344CB8AC3E}">
        <p14:creationId xmlns:p14="http://schemas.microsoft.com/office/powerpoint/2010/main" val="422302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2FEE-6F83-9BCD-D88D-0CB2D8D5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for determine how many 0.01 will be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7ACDF4-2D75-BE3E-5A0F-56ED61BFF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9181"/>
            <a:ext cx="487470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44C79-DF96-039D-753C-5868F573590B}"/>
              </a:ext>
            </a:extLst>
          </p:cNvPr>
          <p:cNvSpPr txBox="1"/>
          <p:nvPr/>
        </p:nvSpPr>
        <p:spPr>
          <a:xfrm>
            <a:off x="5922628" y="1963024"/>
            <a:ext cx="57548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 agents case: </a:t>
            </a:r>
          </a:p>
          <a:p>
            <a:r>
              <a:rPr lang="en-US" dirty="0"/>
              <a:t>    Return (k, </a:t>
            </a:r>
            <a:r>
              <a:rPr lang="en-US" dirty="0" err="1"/>
              <a:t>best_award</a:t>
            </a:r>
            <a:r>
              <a:rPr lang="en-US" dirty="0"/>
              <a:t>):</a:t>
            </a:r>
          </a:p>
          <a:p>
            <a:r>
              <a:rPr lang="en-US" dirty="0"/>
              <a:t>      k ∈ {1,2}  – optimal row contains how many entries equal to floor (=0.01)</a:t>
            </a:r>
          </a:p>
          <a:p>
            <a:r>
              <a:rPr lang="en-US" dirty="0"/>
              <a:t>    Strategy space reduced to:</a:t>
            </a:r>
          </a:p>
          <a:p>
            <a:r>
              <a:rPr lang="en-US" dirty="0"/>
              <a:t>      * double‑floor: [self, f, f, 1‑self‑2f]  (who gets the big chunk varies)</a:t>
            </a:r>
          </a:p>
          <a:p>
            <a:r>
              <a:rPr lang="en-US" dirty="0"/>
              <a:t>      * single‑floor: [self, f, α, β] (one floor, rest proportional to truthful)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Other parts are the same: first ID and then CEA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09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3F32-A157-2275-7572-D269F3FE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E=40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80FC-4197-3CCD-12F3-AA77C440A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EE78F-37DE-B11C-FE19-7BD5C2B9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310"/>
            <a:ext cx="5118179" cy="40535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C0FD33-8E62-09CB-88E2-5E15958F0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989" y="1538926"/>
            <a:ext cx="6932103" cy="428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2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6F58-A72F-8A94-BA9E-3B16CC5B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4BA2-52F1-E426-A72D-CD194AC6B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D42A4-84B7-ED2F-944B-B6EAE52FA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7" y="1489250"/>
            <a:ext cx="5771429" cy="4580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E9FAE-F12A-13E5-6E3B-6AA8697A3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556" y="1167439"/>
            <a:ext cx="5476190" cy="5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8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8159-EF9F-4822-4460-F9C71E91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E=30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829C37-DB7C-94DB-8173-431B8EAF9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44150"/>
            <a:ext cx="5428571" cy="4200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350042-9F4B-7023-F885-5C7549927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571" y="1844149"/>
            <a:ext cx="7247193" cy="416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0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058B-1F49-96D0-065E-019DC39A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CCCA23-6417-8DFF-B6D7-6C9ED2B73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990" y="1834014"/>
            <a:ext cx="577218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68E026-63AE-ED20-2E7C-DC3721553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833" y="1638257"/>
            <a:ext cx="5476190" cy="5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3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8AC08-7BBF-D66D-0BAC-98AA32E0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F6A0-8F28-2D40-2EC8-B4A80A67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E=20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5890-7883-366F-9C8B-838E5EE98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624AF-CAB3-5676-68F9-8E100758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714" y="1409304"/>
            <a:ext cx="6706286" cy="4561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D358BB-5307-3116-9B78-5FB50548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9304"/>
            <a:ext cx="5485714" cy="4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EB3B-315C-334F-BE53-C0699B18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E730-04B8-2E02-1D31-09A6BB5F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C3425-98E1-1DB3-3A57-8BF11E693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8A439-0669-93CB-A9CC-A8FFD511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8" y="1481725"/>
            <a:ext cx="5838095" cy="469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AE1CD8-EC33-8423-058C-26FA97CE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49" y="1305534"/>
            <a:ext cx="5628571" cy="5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2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8E54-CA15-796D-F407-5BE14815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54" y="155400"/>
            <a:ext cx="10515600" cy="1325563"/>
          </a:xfrm>
        </p:spPr>
        <p:txBody>
          <a:bodyPr/>
          <a:lstStyle/>
          <a:p>
            <a:r>
              <a:rPr lang="en-US" dirty="0"/>
              <a:t>Five- agents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E6ACF-F308-3553-1DDD-BB14EB9CD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669" y="1116476"/>
            <a:ext cx="9180952" cy="12666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D0211D-7F65-9C22-B823-A069BD29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9" y="2484983"/>
            <a:ext cx="11769755" cy="1117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91AF0-8243-0E75-1D08-025B1146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69" y="3704099"/>
            <a:ext cx="11228694" cy="299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0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212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E=10 too small no improvement</vt:lpstr>
      <vt:lpstr>0.01 column prediction </vt:lpstr>
      <vt:lpstr>Code for determine how many 0.01 will be</vt:lpstr>
      <vt:lpstr>E=40</vt:lpstr>
      <vt:lpstr>PowerPoint Presentation</vt:lpstr>
      <vt:lpstr>E=30</vt:lpstr>
      <vt:lpstr>PowerPoint Presentation</vt:lpstr>
      <vt:lpstr>E=20</vt:lpstr>
      <vt:lpstr>PowerPoint Presentation</vt:lpstr>
      <vt:lpstr>Five- agents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wang</dc:creator>
  <cp:lastModifiedBy>yc wang</cp:lastModifiedBy>
  <cp:revision>2</cp:revision>
  <dcterms:created xsi:type="dcterms:W3CDTF">2025-07-24T14:46:51Z</dcterms:created>
  <dcterms:modified xsi:type="dcterms:W3CDTF">2025-07-24T20:27:49Z</dcterms:modified>
</cp:coreProperties>
</file>