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1" r:id="rId4"/>
    <p:sldId id="259" r:id="rId5"/>
    <p:sldId id="260" r:id="rId6"/>
    <p:sldId id="269" r:id="rId7"/>
    <p:sldId id="266" r:id="rId8"/>
    <p:sldId id="268" r:id="rId9"/>
    <p:sldId id="263" r:id="rId10"/>
    <p:sldId id="267" r:id="rId11"/>
    <p:sldId id="264" r:id="rId12"/>
    <p:sldId id="265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D047-8520-46A6-44FC-6E3015D9B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2C32A-9A4A-EBC7-37FF-E6B5EB888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D0B82-C0B6-7033-F654-C446E6C5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A1599-5714-AC49-0162-5CAF01D1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8A75B-9328-C34C-16EF-054B85A8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21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5060-481E-D34A-3DB9-F0DBBF31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015D5-2D1C-9FA6-1788-3D1227354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F0AAD-13E5-0544-31A0-44A70806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F46CB-D894-CE4C-69C5-71024A25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3F59D-D17F-3C6E-4247-0C38942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0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3018-F1D3-2F4D-3EF1-0251D1CE9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FC3CD-DFA5-2D00-A338-A76362D49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4BCFC-567B-49D3-AFC1-ADC80454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E757F-8939-38B5-1FD5-AC744EBF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49CEC-4421-8D2C-122D-6AA3D265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36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5699-41BA-AB17-E222-B6FA2B386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2134-A4B4-B4B4-6A3C-54DB76EA5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D5593-FFDE-4F47-7795-ED154B765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E8113-DE35-467D-6D92-2EEEE551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1D10A-9C7F-EC77-3A8B-3FD4FA2F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1F83E-3C6E-F4A0-C803-D16C3E303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0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7F4A-CE5F-D642-7684-A222AF1A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AC061-C604-B81C-7782-CDC50C130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70D82-B3F6-C778-60D2-FB4368795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CCAF25-5A01-9F8B-6011-5004EB519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6F0F6-3F56-7FBC-2BD7-7D4B50B32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5BA39-4F44-3C73-E5AA-C55CA1934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D6B44-5C97-D5AF-CE8E-7A95EE10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B612E-A0FC-2A63-EA93-C3A7E538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5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BBF8-98A4-7644-9294-D862C8AA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CD578-CDF2-8F9E-50BA-423C24010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41143-8103-88A2-D3A8-E87173FA1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B9F36-6CAD-08ED-C82B-E487294BF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1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751F1-5F7D-3897-B7DC-745359897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4CE34-FF23-36FF-8276-11BA83EA9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845E2-095C-AE39-B457-B81F9D9E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6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DFA7-AFE7-C58A-5155-BAEE782D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8784F-CA2A-C04C-9BEF-05C566BB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F1550-513C-FDAB-C7F7-6508DD325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DDAA8-D003-44BB-67E5-EB0AE226B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C0AAE-5A74-C510-ED2C-1784E700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34114-5711-BDD4-2290-C2F94307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4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49D82-7602-0B05-F2B0-8A7257175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48F196-D5B7-6189-09B2-E225A5309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9FCEB-C4DD-398B-F187-42833D21C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B22FA-7513-A2A0-A2FD-B290E1F81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D301D-5FAB-E481-3C0B-9CCDC494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0C7A5-B651-2A35-7B06-32AE674F0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05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FC1E5-BCCB-4CDE-EE06-54913E48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3A1CA-FB5E-4059-0B6B-758405CE1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1BDB7-5B4B-27CF-6666-25BBAADE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48256-68FE-A428-CBED-99EA213F1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6E1B6-170D-9B75-4EFB-68A912F9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8C9C8-F9DB-0222-5263-DD13936E0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3C341-9643-C24E-024B-3B5F6D906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723A-7A85-1269-A453-052D2048B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971CE-DBC5-73C1-E6D4-16E38F02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51583-6F0F-BF92-D85E-138E1209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6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1FE69C-72FA-B481-3F28-A2193A52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A1FF5-7514-108E-EF25-8DB3A0B5A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AF12-CC8F-28DB-08F5-F3BA36BDA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88D01-4C26-41D5-BB6F-FE6E30113AC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AAA9D-DF4B-4D39-EFFC-EC13DF38A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D7A2C-0F69-22D1-9393-0E4E8C35B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26CD9-6637-403E-BA0F-9F2DF570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07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4CC441-8EDE-2D0B-8AA6-911111807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229" y="372107"/>
            <a:ext cx="5131404" cy="3140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9294B7-12BF-EE5F-3E53-8CED6B480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27" y="203983"/>
            <a:ext cx="5050872" cy="32250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AE7E60-9E23-AD69-705A-DFC6BFAA1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145" y="3671519"/>
            <a:ext cx="5192785" cy="318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1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4353BA-F5B4-34F2-4657-EAF948331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25" y="363130"/>
            <a:ext cx="4864170" cy="3065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2E5AD2-719C-2A0C-DCB3-9C5398483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82" y="363130"/>
            <a:ext cx="4901290" cy="30658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FA8E7E-81B8-9034-0F4E-7F8F36128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871" y="3589793"/>
            <a:ext cx="5015790" cy="318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2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6D3B51-A44A-527C-A1CF-5E9867B7D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54" y="355131"/>
            <a:ext cx="5464083" cy="3428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D6A43B-808B-F169-76ED-A09F0CF4B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08" y="355131"/>
            <a:ext cx="5553512" cy="3428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F7901F-260F-51EE-8F7B-641AE335D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794" y="3965549"/>
            <a:ext cx="4475806" cy="279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9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8BE540-0321-1516-67C8-03D1AA52F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33" y="274896"/>
            <a:ext cx="5038873" cy="3154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998670-4314-32C8-D247-DFE4F5D3D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528" y="370395"/>
            <a:ext cx="4659492" cy="29618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A215E7-C274-CABD-B123-4BFD4F1C4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33" y="3429000"/>
            <a:ext cx="5080748" cy="3154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01AB3A-330B-57A2-BED5-FC30C4BAB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028029" cy="316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09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1E718A-3996-9049-D1F8-D43C8B707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84" y="87847"/>
            <a:ext cx="5436266" cy="3341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4CEBC1-D2D0-E44E-2B34-F44749B4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475" y="222963"/>
            <a:ext cx="5122441" cy="3099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30EA1-7400-F90B-203F-847B6CF40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214" y="3497037"/>
            <a:ext cx="5523572" cy="336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48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E3FF5-F49F-4E4C-8FBC-FF41EE60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CDA9F-B23B-10F6-65FC-506F01045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A7E7E-DCE6-DE14-D9DF-ADCA0E92D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09" y="543285"/>
            <a:ext cx="10952381" cy="5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38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5140-7BAF-9972-E654-715B0DD4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ADC5F-873F-6863-B9CE-12C9998A6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CFD0AE-BB0C-C231-04E6-5795BAAE8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681037"/>
            <a:ext cx="11771428" cy="5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51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9FCECD-420B-E3BD-F8DC-59DFC064E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46" y="1443624"/>
            <a:ext cx="10596108" cy="397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B9F5-936A-EF68-0D84-F73933B1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CED35-8E44-3670-CF37-D86D5EA49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007D45-44D6-DA94-EE40-884C82139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38" y="1825625"/>
            <a:ext cx="10620462" cy="316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59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AE5373-DE41-3DBB-2A79-EAACABB8E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64" y="2173458"/>
            <a:ext cx="11487471" cy="317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32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9AF2-73D5-0DD7-22A1-9CBC58D6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626AD-D16E-46EA-4CEF-97DB44FE7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4A488-B627-2B14-0179-20672245A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6" y="0"/>
            <a:ext cx="12055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06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4F6F-2BD5-D7FA-CACB-D27D3D931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9C6B9-D047-1B19-6C94-70A26764E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1562F-DB5D-8EF7-9D24-5BBE27D18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208"/>
            <a:ext cx="12192000" cy="646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49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14BF-0A6F-7CC0-371A-ACC809F51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50E987-6142-81D8-48CD-08D7613E0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815" y="2203130"/>
            <a:ext cx="5468802" cy="4351338"/>
          </a:xfrm>
        </p:spPr>
      </p:pic>
    </p:spTree>
    <p:extLst>
      <p:ext uri="{BB962C8B-B14F-4D97-AF65-F5344CB8AC3E}">
        <p14:creationId xmlns:p14="http://schemas.microsoft.com/office/powerpoint/2010/main" val="2723031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yc wang</dc:creator>
  <cp:lastModifiedBy>yc wang</cp:lastModifiedBy>
  <cp:revision>1</cp:revision>
  <dcterms:created xsi:type="dcterms:W3CDTF">2025-09-23T15:12:30Z</dcterms:created>
  <dcterms:modified xsi:type="dcterms:W3CDTF">2025-09-24T16:11:59Z</dcterms:modified>
</cp:coreProperties>
</file>